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20" r:id="rId1"/>
  </p:sldMasterIdLst>
  <p:notesMasterIdLst>
    <p:notesMasterId r:id="rId25"/>
  </p:notesMasterIdLst>
  <p:sldIdLst>
    <p:sldId id="256" r:id="rId2"/>
    <p:sldId id="283" r:id="rId3"/>
    <p:sldId id="454" r:id="rId4"/>
    <p:sldId id="336" r:id="rId5"/>
    <p:sldId id="455" r:id="rId6"/>
    <p:sldId id="375" r:id="rId7"/>
    <p:sldId id="383" r:id="rId8"/>
    <p:sldId id="391" r:id="rId9"/>
    <p:sldId id="379" r:id="rId10"/>
    <p:sldId id="429" r:id="rId11"/>
    <p:sldId id="430" r:id="rId12"/>
    <p:sldId id="456" r:id="rId13"/>
    <p:sldId id="457" r:id="rId14"/>
    <p:sldId id="459" r:id="rId15"/>
    <p:sldId id="460" r:id="rId16"/>
    <p:sldId id="458" r:id="rId17"/>
    <p:sldId id="461" r:id="rId18"/>
    <p:sldId id="463" r:id="rId19"/>
    <p:sldId id="464" r:id="rId20"/>
    <p:sldId id="388" r:id="rId21"/>
    <p:sldId id="377" r:id="rId22"/>
    <p:sldId id="431" r:id="rId23"/>
    <p:sldId id="433" r:id="rId24"/>
  </p:sldIdLst>
  <p:sldSz cx="18288000" cy="10287000"/>
  <p:notesSz cx="6858000" cy="9144000"/>
  <p:embeddedFontLst>
    <p:embeddedFont>
      <p:font typeface="LM Roman 10" pitchFamily="2" charset="77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  <p:embeddedFont>
      <p:font typeface="Roboto Bold" panose="02000000000000000000" pitchFamily="2" charset="0"/>
      <p:regular r:id="rId34"/>
      <p:bold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BC3738"/>
    <a:srgbClr val="00B050"/>
    <a:srgbClr val="052909"/>
    <a:srgbClr val="D3A838"/>
    <a:srgbClr val="C00000"/>
    <a:srgbClr val="EBF0F2"/>
    <a:srgbClr val="8C5838"/>
    <a:srgbClr val="3F2818"/>
    <a:srgbClr val="06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84BD64-BB48-474B-9B12-B48962AF6D42}" v="66" dt="2026-07-15T13:10:16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115" autoAdjust="0"/>
    <p:restoredTop sz="92704" autoAdjust="0"/>
  </p:normalViewPr>
  <p:slideViewPr>
    <p:cSldViewPr>
      <p:cViewPr>
        <p:scale>
          <a:sx n="38" d="100"/>
          <a:sy n="38" d="100"/>
        </p:scale>
        <p:origin x="1792" y="1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 Gatto" userId="6ad2d21ec9022e38" providerId="LiveId" clId="{78CE70FE-3508-5674-A562-6BE411B3064F}"/>
    <pc:docChg chg="undo custSel addSld delSld modSld sldOrd">
      <pc:chgData name="Maxi Gatto" userId="6ad2d21ec9022e38" providerId="LiveId" clId="{78CE70FE-3508-5674-A562-6BE411B3064F}" dt="2026-07-15T13:35:41.787" v="667" actId="478"/>
      <pc:docMkLst>
        <pc:docMk/>
      </pc:docMkLst>
      <pc:sldChg chg="delSp modSp mod">
        <pc:chgData name="Maxi Gatto" userId="6ad2d21ec9022e38" providerId="LiveId" clId="{78CE70FE-3508-5674-A562-6BE411B3064F}" dt="2026-07-15T13:35:41.787" v="667" actId="478"/>
        <pc:sldMkLst>
          <pc:docMk/>
          <pc:sldMk cId="0" sldId="256"/>
        </pc:sldMkLst>
        <pc:spChg chg="mod">
          <ac:chgData name="Maxi Gatto" userId="6ad2d21ec9022e38" providerId="LiveId" clId="{78CE70FE-3508-5674-A562-6BE411B3064F}" dt="2026-07-14T13:44:15.132" v="94" actId="1036"/>
          <ac:spMkLst>
            <pc:docMk/>
            <pc:sldMk cId="0" sldId="256"/>
            <ac:spMk id="5" creationId="{00000000-0000-0000-0000-000000000000}"/>
          </ac:spMkLst>
        </pc:spChg>
        <pc:spChg chg="del">
          <ac:chgData name="Maxi Gatto" userId="6ad2d21ec9022e38" providerId="LiveId" clId="{78CE70FE-3508-5674-A562-6BE411B3064F}" dt="2026-07-14T13:44:23.539" v="97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Maxi Gatto" userId="6ad2d21ec9022e38" providerId="LiveId" clId="{78CE70FE-3508-5674-A562-6BE411B3064F}" dt="2026-07-14T13:44:21.008" v="96" actId="478"/>
          <ac:spMkLst>
            <pc:docMk/>
            <pc:sldMk cId="0" sldId="256"/>
            <ac:spMk id="11" creationId="{10DD2E9A-B9E6-1926-E4BD-1A3471D5E3AE}"/>
          </ac:spMkLst>
        </pc:spChg>
        <pc:picChg chg="del">
          <ac:chgData name="Maxi Gatto" userId="6ad2d21ec9022e38" providerId="LiveId" clId="{78CE70FE-3508-5674-A562-6BE411B3064F}" dt="2026-07-14T13:44:17.696" v="95" actId="478"/>
          <ac:picMkLst>
            <pc:docMk/>
            <pc:sldMk cId="0" sldId="256"/>
            <ac:picMk id="9" creationId="{2F9B4083-A4D0-4516-E22C-26F0E6B3365D}"/>
          </ac:picMkLst>
        </pc:picChg>
        <pc:picChg chg="del mod">
          <ac:chgData name="Maxi Gatto" userId="6ad2d21ec9022e38" providerId="LiveId" clId="{78CE70FE-3508-5674-A562-6BE411B3064F}" dt="2026-07-15T13:35:41.787" v="667" actId="478"/>
          <ac:picMkLst>
            <pc:docMk/>
            <pc:sldMk cId="0" sldId="256"/>
            <ac:picMk id="14" creationId="{3F4594BC-E8D8-03E9-B8F4-E2D962F7DC5D}"/>
          </ac:picMkLst>
        </pc:picChg>
        <pc:picChg chg="del">
          <ac:chgData name="Maxi Gatto" userId="6ad2d21ec9022e38" providerId="LiveId" clId="{78CE70FE-3508-5674-A562-6BE411B3064F}" dt="2026-07-14T13:44:17.696" v="95" actId="478"/>
          <ac:picMkLst>
            <pc:docMk/>
            <pc:sldMk cId="0" sldId="256"/>
            <ac:picMk id="15" creationId="{5377843A-9256-0184-D17A-7F80EF4917A3}"/>
          </ac:picMkLst>
        </pc:picChg>
        <pc:picChg chg="del">
          <ac:chgData name="Maxi Gatto" userId="6ad2d21ec9022e38" providerId="LiveId" clId="{78CE70FE-3508-5674-A562-6BE411B3064F}" dt="2026-07-14T13:44:17.696" v="95" actId="478"/>
          <ac:picMkLst>
            <pc:docMk/>
            <pc:sldMk cId="0" sldId="256"/>
            <ac:picMk id="17" creationId="{12946B76-C6B7-5995-F7C4-F8A03765AB00}"/>
          </ac:picMkLst>
        </pc:picChg>
        <pc:picChg chg="del">
          <ac:chgData name="Maxi Gatto" userId="6ad2d21ec9022e38" providerId="LiveId" clId="{78CE70FE-3508-5674-A562-6BE411B3064F}" dt="2026-07-14T13:44:17.696" v="95" actId="478"/>
          <ac:picMkLst>
            <pc:docMk/>
            <pc:sldMk cId="0" sldId="256"/>
            <ac:picMk id="19" creationId="{A2C538DD-57AA-BFC2-2FE7-FDA8E8F3B157}"/>
          </ac:picMkLst>
        </pc:picChg>
      </pc:sldChg>
      <pc:sldChg chg="del">
        <pc:chgData name="Maxi Gatto" userId="6ad2d21ec9022e38" providerId="LiveId" clId="{78CE70FE-3508-5674-A562-6BE411B3064F}" dt="2026-07-15T09:25:08.869" v="617" actId="2696"/>
        <pc:sldMkLst>
          <pc:docMk/>
          <pc:sldMk cId="2404580795" sldId="282"/>
        </pc:sldMkLst>
      </pc:sldChg>
      <pc:sldChg chg="modSp mod">
        <pc:chgData name="Maxi Gatto" userId="6ad2d21ec9022e38" providerId="LiveId" clId="{78CE70FE-3508-5674-A562-6BE411B3064F}" dt="2026-07-14T13:38:17.086" v="9" actId="20577"/>
        <pc:sldMkLst>
          <pc:docMk/>
          <pc:sldMk cId="683017306" sldId="283"/>
        </pc:sldMkLst>
        <pc:spChg chg="mod">
          <ac:chgData name="Maxi Gatto" userId="6ad2d21ec9022e38" providerId="LiveId" clId="{78CE70FE-3508-5674-A562-6BE411B3064F}" dt="2026-07-14T13:38:17.086" v="9" actId="20577"/>
          <ac:spMkLst>
            <pc:docMk/>
            <pc:sldMk cId="683017306" sldId="283"/>
            <ac:spMk id="21" creationId="{1258DDE5-9D3E-A122-80F6-58AFCA3A32A6}"/>
          </ac:spMkLst>
        </pc:spChg>
      </pc:sldChg>
      <pc:sldChg chg="del">
        <pc:chgData name="Maxi Gatto" userId="6ad2d21ec9022e38" providerId="LiveId" clId="{78CE70FE-3508-5674-A562-6BE411B3064F}" dt="2026-07-15T09:25:08.869" v="617" actId="2696"/>
        <pc:sldMkLst>
          <pc:docMk/>
          <pc:sldMk cId="2233706026" sldId="284"/>
        </pc:sldMkLst>
      </pc:sldChg>
      <pc:sldChg chg="add del">
        <pc:chgData name="Maxi Gatto" userId="6ad2d21ec9022e38" providerId="LiveId" clId="{78CE70FE-3508-5674-A562-6BE411B3064F}" dt="2026-07-15T09:22:00.217" v="592" actId="2696"/>
        <pc:sldMkLst>
          <pc:docMk/>
          <pc:sldMk cId="657926649" sldId="336"/>
        </pc:sldMkLst>
      </pc:sldChg>
      <pc:sldChg chg="addSp delSp modSp mod">
        <pc:chgData name="Maxi Gatto" userId="6ad2d21ec9022e38" providerId="LiveId" clId="{78CE70FE-3508-5674-A562-6BE411B3064F}" dt="2026-07-15T08:41:39.608" v="504" actId="478"/>
        <pc:sldMkLst>
          <pc:docMk/>
          <pc:sldMk cId="3917160438" sldId="375"/>
        </pc:sldMkLst>
        <pc:spChg chg="mod">
          <ac:chgData name="Maxi Gatto" userId="6ad2d21ec9022e38" providerId="LiveId" clId="{78CE70FE-3508-5674-A562-6BE411B3064F}" dt="2026-07-15T08:41:25.391" v="501" actId="790"/>
          <ac:spMkLst>
            <pc:docMk/>
            <pc:sldMk cId="3917160438" sldId="375"/>
            <ac:spMk id="3" creationId="{A24AFC1A-1C9D-969C-78C2-D0064F56E4BA}"/>
          </ac:spMkLst>
        </pc:spChg>
        <pc:spChg chg="add del mod">
          <ac:chgData name="Maxi Gatto" userId="6ad2d21ec9022e38" providerId="LiveId" clId="{78CE70FE-3508-5674-A562-6BE411B3064F}" dt="2026-07-15T08:41:39.608" v="504" actId="478"/>
          <ac:spMkLst>
            <pc:docMk/>
            <pc:sldMk cId="3917160438" sldId="375"/>
            <ac:spMk id="8" creationId="{4A8DD392-FF94-E638-54AC-8646548A6E3E}"/>
          </ac:spMkLst>
        </pc:spChg>
      </pc:sldChg>
      <pc:sldChg chg="modSp mod">
        <pc:chgData name="Maxi Gatto" userId="6ad2d21ec9022e38" providerId="LiveId" clId="{78CE70FE-3508-5674-A562-6BE411B3064F}" dt="2026-07-14T13:54:12.841" v="212" actId="20577"/>
        <pc:sldMkLst>
          <pc:docMk/>
          <pc:sldMk cId="1369520233" sldId="379"/>
        </pc:sldMkLst>
        <pc:spChg chg="mod">
          <ac:chgData name="Maxi Gatto" userId="6ad2d21ec9022e38" providerId="LiveId" clId="{78CE70FE-3508-5674-A562-6BE411B3064F}" dt="2026-07-14T13:54:12.841" v="212" actId="20577"/>
          <ac:spMkLst>
            <pc:docMk/>
            <pc:sldMk cId="1369520233" sldId="379"/>
            <ac:spMk id="2" creationId="{51B18CF3-CF06-331D-8913-8AD97C8CA14D}"/>
          </ac:spMkLst>
        </pc:spChg>
      </pc:sldChg>
      <pc:sldChg chg="addSp delSp modSp mod">
        <pc:chgData name="Maxi Gatto" userId="6ad2d21ec9022e38" providerId="LiveId" clId="{78CE70FE-3508-5674-A562-6BE411B3064F}" dt="2026-07-15T08:41:49.927" v="506"/>
        <pc:sldMkLst>
          <pc:docMk/>
          <pc:sldMk cId="3857541548" sldId="383"/>
        </pc:sldMkLst>
        <pc:spChg chg="add mod">
          <ac:chgData name="Maxi Gatto" userId="6ad2d21ec9022e38" providerId="LiveId" clId="{78CE70FE-3508-5674-A562-6BE411B3064F}" dt="2026-07-15T08:41:49.927" v="506"/>
          <ac:spMkLst>
            <pc:docMk/>
            <pc:sldMk cId="3857541548" sldId="383"/>
            <ac:spMk id="2" creationId="{5E40B520-DFCF-2F3C-CC27-B4033C57A1CC}"/>
          </ac:spMkLst>
        </pc:spChg>
        <pc:spChg chg="del">
          <ac:chgData name="Maxi Gatto" userId="6ad2d21ec9022e38" providerId="LiveId" clId="{78CE70FE-3508-5674-A562-6BE411B3064F}" dt="2026-07-14T13:52:54.286" v="180" actId="478"/>
          <ac:spMkLst>
            <pc:docMk/>
            <pc:sldMk cId="3857541548" sldId="383"/>
            <ac:spMk id="2" creationId="{AAAD8826-BA2E-5FFC-C45E-14B3DCFF410D}"/>
          </ac:spMkLst>
        </pc:spChg>
        <pc:spChg chg="del">
          <ac:chgData name="Maxi Gatto" userId="6ad2d21ec9022e38" providerId="LiveId" clId="{78CE70FE-3508-5674-A562-6BE411B3064F}" dt="2026-07-15T08:41:49.219" v="505" actId="478"/>
          <ac:spMkLst>
            <pc:docMk/>
            <pc:sldMk cId="3857541548" sldId="383"/>
            <ac:spMk id="3" creationId="{2CE320AC-C50A-24C3-3F0A-CB6406BA205E}"/>
          </ac:spMkLst>
        </pc:spChg>
        <pc:spChg chg="add mod">
          <ac:chgData name="Maxi Gatto" userId="6ad2d21ec9022e38" providerId="LiveId" clId="{78CE70FE-3508-5674-A562-6BE411B3064F}" dt="2026-07-14T13:52:54.625" v="181"/>
          <ac:spMkLst>
            <pc:docMk/>
            <pc:sldMk cId="3857541548" sldId="383"/>
            <ac:spMk id="4" creationId="{51315F1B-07A8-9A52-8FE7-6B4CC90783F6}"/>
          </ac:spMkLst>
        </pc:spChg>
      </pc:sldChg>
      <pc:sldChg chg="modSp mod">
        <pc:chgData name="Maxi Gatto" userId="6ad2d21ec9022e38" providerId="LiveId" clId="{78CE70FE-3508-5674-A562-6BE411B3064F}" dt="2026-07-15T10:35:56.542" v="626" actId="20577"/>
        <pc:sldMkLst>
          <pc:docMk/>
          <pc:sldMk cId="119975333" sldId="388"/>
        </pc:sldMkLst>
        <pc:spChg chg="mod">
          <ac:chgData name="Maxi Gatto" userId="6ad2d21ec9022e38" providerId="LiveId" clId="{78CE70FE-3508-5674-A562-6BE411B3064F}" dt="2026-07-15T10:35:56.542" v="626" actId="20577"/>
          <ac:spMkLst>
            <pc:docMk/>
            <pc:sldMk cId="119975333" sldId="388"/>
            <ac:spMk id="11" creationId="{E96573E6-BED6-0A2C-07C6-76C8B909081D}"/>
          </ac:spMkLst>
        </pc:spChg>
      </pc:sldChg>
      <pc:sldChg chg="add ord setBg">
        <pc:chgData name="Maxi Gatto" userId="6ad2d21ec9022e38" providerId="LiveId" clId="{78CE70FE-3508-5674-A562-6BE411B3064F}" dt="2026-07-14T13:53:58.841" v="187" actId="20578"/>
        <pc:sldMkLst>
          <pc:docMk/>
          <pc:sldMk cId="1953087443" sldId="391"/>
        </pc:sldMkLst>
      </pc:sldChg>
      <pc:sldChg chg="del">
        <pc:chgData name="Maxi Gatto" userId="6ad2d21ec9022e38" providerId="LiveId" clId="{78CE70FE-3508-5674-A562-6BE411B3064F}" dt="2026-07-15T09:21:14.205" v="590" actId="2696"/>
        <pc:sldMkLst>
          <pc:docMk/>
          <pc:sldMk cId="1501989864" sldId="416"/>
        </pc:sldMkLst>
      </pc:sldChg>
      <pc:sldChg chg="del">
        <pc:chgData name="Maxi Gatto" userId="6ad2d21ec9022e38" providerId="LiveId" clId="{78CE70FE-3508-5674-A562-6BE411B3064F}" dt="2026-07-15T09:20:51.399" v="589" actId="2696"/>
        <pc:sldMkLst>
          <pc:docMk/>
          <pc:sldMk cId="783721849" sldId="420"/>
        </pc:sldMkLst>
      </pc:sldChg>
      <pc:sldChg chg="addSp delSp modSp mod">
        <pc:chgData name="Maxi Gatto" userId="6ad2d21ec9022e38" providerId="LiveId" clId="{78CE70FE-3508-5674-A562-6BE411B3064F}" dt="2026-07-15T09:06:56.343" v="573"/>
        <pc:sldMkLst>
          <pc:docMk/>
          <pc:sldMk cId="3333665019" sldId="429"/>
        </pc:sldMkLst>
        <pc:spChg chg="del">
          <ac:chgData name="Maxi Gatto" userId="6ad2d21ec9022e38" providerId="LiveId" clId="{78CE70FE-3508-5674-A562-6BE411B3064F}" dt="2026-07-15T08:42:51.758" v="507" actId="478"/>
          <ac:spMkLst>
            <pc:docMk/>
            <pc:sldMk cId="3333665019" sldId="429"/>
            <ac:spMk id="2" creationId="{8F59F84F-4EFF-0A7A-9E85-20EA5F0B646D}"/>
          </ac:spMkLst>
        </pc:spChg>
        <pc:spChg chg="add del mod">
          <ac:chgData name="Maxi Gatto" userId="6ad2d21ec9022e38" providerId="LiveId" clId="{78CE70FE-3508-5674-A562-6BE411B3064F}" dt="2026-07-15T09:06:55.947" v="572" actId="478"/>
          <ac:spMkLst>
            <pc:docMk/>
            <pc:sldMk cId="3333665019" sldId="429"/>
            <ac:spMk id="3" creationId="{E3A1ED46-C2EA-1086-810C-8F473587D2FD}"/>
          </ac:spMkLst>
        </pc:spChg>
        <pc:spChg chg="add mod">
          <ac:chgData name="Maxi Gatto" userId="6ad2d21ec9022e38" providerId="LiveId" clId="{78CE70FE-3508-5674-A562-6BE411B3064F}" dt="2026-07-15T09:06:56.343" v="573"/>
          <ac:spMkLst>
            <pc:docMk/>
            <pc:sldMk cId="3333665019" sldId="429"/>
            <ac:spMk id="4" creationId="{D6545548-AE7A-C580-F933-A29D024720FA}"/>
          </ac:spMkLst>
        </pc:spChg>
        <pc:picChg chg="mod">
          <ac:chgData name="Maxi Gatto" userId="6ad2d21ec9022e38" providerId="LiveId" clId="{78CE70FE-3508-5674-A562-6BE411B3064F}" dt="2026-07-15T08:43:01.644" v="510" actId="1076"/>
          <ac:picMkLst>
            <pc:docMk/>
            <pc:sldMk cId="3333665019" sldId="429"/>
            <ac:picMk id="13" creationId="{E71E9A99-5084-1640-00C1-779980630143}"/>
          </ac:picMkLst>
        </pc:picChg>
      </pc:sldChg>
      <pc:sldChg chg="addSp delSp modSp mod">
        <pc:chgData name="Maxi Gatto" userId="6ad2d21ec9022e38" providerId="LiveId" clId="{78CE70FE-3508-5674-A562-6BE411B3064F}" dt="2026-07-15T09:06:52.219" v="571" actId="1076"/>
        <pc:sldMkLst>
          <pc:docMk/>
          <pc:sldMk cId="3565255708" sldId="430"/>
        </pc:sldMkLst>
        <pc:spChg chg="del">
          <ac:chgData name="Maxi Gatto" userId="6ad2d21ec9022e38" providerId="LiveId" clId="{78CE70FE-3508-5674-A562-6BE411B3064F}" dt="2026-07-15T09:06:45.558" v="569" actId="478"/>
          <ac:spMkLst>
            <pc:docMk/>
            <pc:sldMk cId="3565255708" sldId="430"/>
            <ac:spMk id="2" creationId="{D4773440-1B6A-1317-137A-16907AC6862F}"/>
          </ac:spMkLst>
        </pc:spChg>
        <pc:spChg chg="add mod">
          <ac:chgData name="Maxi Gatto" userId="6ad2d21ec9022e38" providerId="LiveId" clId="{78CE70FE-3508-5674-A562-6BE411B3064F}" dt="2026-07-15T09:06:52.219" v="571" actId="1076"/>
          <ac:spMkLst>
            <pc:docMk/>
            <pc:sldMk cId="3565255708" sldId="430"/>
            <ac:spMk id="5" creationId="{1CE41B6D-6E29-79F5-4038-B7EFF28EAEAC}"/>
          </ac:spMkLst>
        </pc:spChg>
      </pc:sldChg>
      <pc:sldChg chg="del">
        <pc:chgData name="Maxi Gatto" userId="6ad2d21ec9022e38" providerId="LiveId" clId="{78CE70FE-3508-5674-A562-6BE411B3064F}" dt="2026-07-15T09:18:47.641" v="587" actId="2696"/>
        <pc:sldMkLst>
          <pc:docMk/>
          <pc:sldMk cId="3065762679" sldId="453"/>
        </pc:sldMkLst>
      </pc:sldChg>
      <pc:sldChg chg="addSp delSp modSp add del mod">
        <pc:chgData name="Maxi Gatto" userId="6ad2d21ec9022e38" providerId="LiveId" clId="{78CE70FE-3508-5674-A562-6BE411B3064F}" dt="2026-07-15T09:22:00.217" v="592" actId="2696"/>
        <pc:sldMkLst>
          <pc:docMk/>
          <pc:sldMk cId="1008224869" sldId="455"/>
        </pc:sldMkLst>
        <pc:spChg chg="add mod">
          <ac:chgData name="Maxi Gatto" userId="6ad2d21ec9022e38" providerId="LiveId" clId="{78CE70FE-3508-5674-A562-6BE411B3064F}" dt="2026-07-15T08:56:36.938" v="518"/>
          <ac:spMkLst>
            <pc:docMk/>
            <pc:sldMk cId="1008224869" sldId="455"/>
            <ac:spMk id="4" creationId="{BB286469-EAAB-37FB-2A92-3D705D82D1FC}"/>
          </ac:spMkLst>
        </pc:spChg>
        <pc:spChg chg="del">
          <ac:chgData name="Maxi Gatto" userId="6ad2d21ec9022e38" providerId="LiveId" clId="{78CE70FE-3508-5674-A562-6BE411B3064F}" dt="2026-07-15T08:56:36.451" v="517" actId="478"/>
          <ac:spMkLst>
            <pc:docMk/>
            <pc:sldMk cId="1008224869" sldId="455"/>
            <ac:spMk id="15" creationId="{49A0B091-CBCD-C58D-C6AC-923E3A16C1DB}"/>
          </ac:spMkLst>
        </pc:spChg>
        <pc:picChg chg="mod">
          <ac:chgData name="Maxi Gatto" userId="6ad2d21ec9022e38" providerId="LiveId" clId="{78CE70FE-3508-5674-A562-6BE411B3064F}" dt="2026-07-15T08:56:39.621" v="524" actId="1038"/>
          <ac:picMkLst>
            <pc:docMk/>
            <pc:sldMk cId="1008224869" sldId="455"/>
            <ac:picMk id="3" creationId="{C8BC8AF6-F05D-4B81-E3D9-6B8E2C1B3602}"/>
          </ac:picMkLst>
        </pc:picChg>
      </pc:sldChg>
      <pc:sldChg chg="addSp delSp modSp mod modAnim">
        <pc:chgData name="Maxi Gatto" userId="6ad2d21ec9022e38" providerId="LiveId" clId="{78CE70FE-3508-5674-A562-6BE411B3064F}" dt="2026-07-15T08:44:05.554" v="516"/>
        <pc:sldMkLst>
          <pc:docMk/>
          <pc:sldMk cId="4011927909" sldId="456"/>
        </pc:sldMkLst>
        <pc:spChg chg="add mod">
          <ac:chgData name="Maxi Gatto" userId="6ad2d21ec9022e38" providerId="LiveId" clId="{78CE70FE-3508-5674-A562-6BE411B3064F}" dt="2026-07-14T14:33:22.563" v="435" actId="2085"/>
          <ac:spMkLst>
            <pc:docMk/>
            <pc:sldMk cId="4011927909" sldId="456"/>
            <ac:spMk id="2" creationId="{820D988C-5AA9-1E1A-BC67-268322A15EF2}"/>
          </ac:spMkLst>
        </pc:spChg>
        <pc:spChg chg="add mod">
          <ac:chgData name="Maxi Gatto" userId="6ad2d21ec9022e38" providerId="LiveId" clId="{78CE70FE-3508-5674-A562-6BE411B3064F}" dt="2026-07-14T14:33:22.563" v="435" actId="2085"/>
          <ac:spMkLst>
            <pc:docMk/>
            <pc:sldMk cId="4011927909" sldId="456"/>
            <ac:spMk id="4" creationId="{A0B8643E-171F-3857-DB72-8E5D43E740E7}"/>
          </ac:spMkLst>
        </pc:spChg>
        <pc:spChg chg="add mod">
          <ac:chgData name="Maxi Gatto" userId="6ad2d21ec9022e38" providerId="LiveId" clId="{78CE70FE-3508-5674-A562-6BE411B3064F}" dt="2026-07-14T14:33:29.077" v="436" actId="1076"/>
          <ac:spMkLst>
            <pc:docMk/>
            <pc:sldMk cId="4011927909" sldId="456"/>
            <ac:spMk id="5" creationId="{B32F39C6-A6BE-7250-8ECB-19B246E36BBF}"/>
          </ac:spMkLst>
        </pc:spChg>
        <pc:spChg chg="add del">
          <ac:chgData name="Maxi Gatto" userId="6ad2d21ec9022e38" providerId="LiveId" clId="{78CE70FE-3508-5674-A562-6BE411B3064F}" dt="2026-07-14T14:33:54.546" v="438" actId="478"/>
          <ac:spMkLst>
            <pc:docMk/>
            <pc:sldMk cId="4011927909" sldId="456"/>
            <ac:spMk id="7" creationId="{5CE8FFB2-EE67-C16A-6CC5-55CB362469CD}"/>
          </ac:spMkLst>
        </pc:spChg>
        <pc:spChg chg="add mod">
          <ac:chgData name="Maxi Gatto" userId="6ad2d21ec9022e38" providerId="LiveId" clId="{78CE70FE-3508-5674-A562-6BE411B3064F}" dt="2026-07-14T14:34:12.319" v="443" actId="14100"/>
          <ac:spMkLst>
            <pc:docMk/>
            <pc:sldMk cId="4011927909" sldId="456"/>
            <ac:spMk id="8" creationId="{5BEBEBCE-04E9-A682-85EA-A2A85BB553F3}"/>
          </ac:spMkLst>
        </pc:spChg>
        <pc:spChg chg="add mod">
          <ac:chgData name="Maxi Gatto" userId="6ad2d21ec9022e38" providerId="LiveId" clId="{78CE70FE-3508-5674-A562-6BE411B3064F}" dt="2026-07-14T14:34:31.033" v="446" actId="14100"/>
          <ac:spMkLst>
            <pc:docMk/>
            <pc:sldMk cId="4011927909" sldId="456"/>
            <ac:spMk id="9" creationId="{DF1459EB-39FE-3C01-08C8-A878DC007307}"/>
          </ac:spMkLst>
        </pc:spChg>
        <pc:spChg chg="add mod">
          <ac:chgData name="Maxi Gatto" userId="6ad2d21ec9022e38" providerId="LiveId" clId="{78CE70FE-3508-5674-A562-6BE411B3064F}" dt="2026-07-14T14:34:47.650" v="449" actId="14100"/>
          <ac:spMkLst>
            <pc:docMk/>
            <pc:sldMk cId="4011927909" sldId="456"/>
            <ac:spMk id="10" creationId="{274851DC-5E9B-6CC4-A8BB-CAAD6D007D56}"/>
          </ac:spMkLst>
        </pc:spChg>
      </pc:sldChg>
      <pc:sldChg chg="addSp delSp modSp add mod">
        <pc:chgData name="Maxi Gatto" userId="6ad2d21ec9022e38" providerId="LiveId" clId="{78CE70FE-3508-5674-A562-6BE411B3064F}" dt="2026-07-15T13:06:19.738" v="655" actId="14100"/>
        <pc:sldMkLst>
          <pc:docMk/>
          <pc:sldMk cId="1331263143" sldId="458"/>
        </pc:sldMkLst>
        <pc:picChg chg="del">
          <ac:chgData name="Maxi Gatto" userId="6ad2d21ec9022e38" providerId="LiveId" clId="{78CE70FE-3508-5674-A562-6BE411B3064F}" dt="2026-07-14T13:39:20.107" v="11" actId="478"/>
          <ac:picMkLst>
            <pc:docMk/>
            <pc:sldMk cId="1331263143" sldId="458"/>
            <ac:picMk id="2" creationId="{3F131214-AEB4-3286-E2E0-72B4570336D8}"/>
          </ac:picMkLst>
        </pc:picChg>
        <pc:picChg chg="add mod">
          <ac:chgData name="Maxi Gatto" userId="6ad2d21ec9022e38" providerId="LiveId" clId="{78CE70FE-3508-5674-A562-6BE411B3064F}" dt="2026-07-15T13:06:19.738" v="655" actId="14100"/>
          <ac:picMkLst>
            <pc:docMk/>
            <pc:sldMk cId="1331263143" sldId="458"/>
            <ac:picMk id="2" creationId="{80C482B1-CD15-9A33-B1C8-10319C3ABCD9}"/>
          </ac:picMkLst>
        </pc:picChg>
        <pc:picChg chg="add mod">
          <ac:chgData name="Maxi Gatto" userId="6ad2d21ec9022e38" providerId="LiveId" clId="{78CE70FE-3508-5674-A562-6BE411B3064F}" dt="2026-07-14T13:39:29.799" v="16" actId="1076"/>
          <ac:picMkLst>
            <pc:docMk/>
            <pc:sldMk cId="1331263143" sldId="458"/>
            <ac:picMk id="3" creationId="{98F6EC86-A929-DD3A-BB3F-D7504FAF412B}"/>
          </ac:picMkLst>
        </pc:picChg>
        <pc:picChg chg="add mod">
          <ac:chgData name="Maxi Gatto" userId="6ad2d21ec9022e38" providerId="LiveId" clId="{78CE70FE-3508-5674-A562-6BE411B3064F}" dt="2026-07-14T13:41:00.726" v="21" actId="14100"/>
          <ac:picMkLst>
            <pc:docMk/>
            <pc:sldMk cId="1331263143" sldId="458"/>
            <ac:picMk id="4" creationId="{44E29C5E-3E18-AE30-869F-0FA968A9E5E2}"/>
          </ac:picMkLst>
        </pc:picChg>
        <pc:picChg chg="add mod">
          <ac:chgData name="Maxi Gatto" userId="6ad2d21ec9022e38" providerId="LiveId" clId="{78CE70FE-3508-5674-A562-6BE411B3064F}" dt="2026-07-14T13:42:28.809" v="28" actId="1076"/>
          <ac:picMkLst>
            <pc:docMk/>
            <pc:sldMk cId="1331263143" sldId="458"/>
            <ac:picMk id="5" creationId="{9835FD63-EAF3-6704-ABBA-3F9898C92E71}"/>
          </ac:picMkLst>
        </pc:picChg>
        <pc:picChg chg="add mod">
          <ac:chgData name="Maxi Gatto" userId="6ad2d21ec9022e38" providerId="LiveId" clId="{78CE70FE-3508-5674-A562-6BE411B3064F}" dt="2026-07-14T13:42:25.871" v="27" actId="1076"/>
          <ac:picMkLst>
            <pc:docMk/>
            <pc:sldMk cId="1331263143" sldId="458"/>
            <ac:picMk id="7" creationId="{B70467AD-9216-02C1-2A9A-D80AFAA10403}"/>
          </ac:picMkLst>
        </pc:picChg>
      </pc:sldChg>
      <pc:sldChg chg="addSp delSp modSp add mod">
        <pc:chgData name="Maxi Gatto" userId="6ad2d21ec9022e38" providerId="LiveId" clId="{78CE70FE-3508-5674-A562-6BE411B3064F}" dt="2026-07-15T10:46:46.845" v="637" actId="113"/>
        <pc:sldMkLst>
          <pc:docMk/>
          <pc:sldMk cId="2498674121" sldId="459"/>
        </pc:sldMkLst>
        <pc:spChg chg="add mod">
          <ac:chgData name="Maxi Gatto" userId="6ad2d21ec9022e38" providerId="LiveId" clId="{78CE70FE-3508-5674-A562-6BE411B3064F}" dt="2026-07-15T10:46:46.845" v="637" actId="113"/>
          <ac:spMkLst>
            <pc:docMk/>
            <pc:sldMk cId="2498674121" sldId="459"/>
            <ac:spMk id="7" creationId="{FA12B266-F737-7CF9-D8F0-2DD8EB5EA6DB}"/>
          </ac:spMkLst>
        </pc:spChg>
        <pc:picChg chg="del">
          <ac:chgData name="Maxi Gatto" userId="6ad2d21ec9022e38" providerId="LiveId" clId="{78CE70FE-3508-5674-A562-6BE411B3064F}" dt="2026-07-14T13:39:43.588" v="18" actId="478"/>
          <ac:picMkLst>
            <pc:docMk/>
            <pc:sldMk cId="2498674121" sldId="459"/>
            <ac:picMk id="2" creationId="{8C711477-CF23-4626-7916-62262ABE8196}"/>
          </ac:picMkLst>
        </pc:picChg>
        <pc:picChg chg="add del mod">
          <ac:chgData name="Maxi Gatto" userId="6ad2d21ec9022e38" providerId="LiveId" clId="{78CE70FE-3508-5674-A562-6BE411B3064F}" dt="2026-07-14T13:48:21.953" v="102" actId="478"/>
          <ac:picMkLst>
            <pc:docMk/>
            <pc:sldMk cId="2498674121" sldId="459"/>
            <ac:picMk id="3" creationId="{82042362-2B6A-93DD-547B-0E1CF84A7A0E}"/>
          </ac:picMkLst>
        </pc:picChg>
        <pc:picChg chg="add del mod">
          <ac:chgData name="Maxi Gatto" userId="6ad2d21ec9022e38" providerId="LiveId" clId="{78CE70FE-3508-5674-A562-6BE411B3064F}" dt="2026-07-14T13:48:24.988" v="104" actId="478"/>
          <ac:picMkLst>
            <pc:docMk/>
            <pc:sldMk cId="2498674121" sldId="459"/>
            <ac:picMk id="4" creationId="{8E83A836-3432-9933-8499-81E29B8AF94E}"/>
          </ac:picMkLst>
        </pc:picChg>
        <pc:picChg chg="add mod">
          <ac:chgData name="Maxi Gatto" userId="6ad2d21ec9022e38" providerId="LiveId" clId="{78CE70FE-3508-5674-A562-6BE411B3064F}" dt="2026-07-14T13:51:42.174" v="173" actId="1076"/>
          <ac:picMkLst>
            <pc:docMk/>
            <pc:sldMk cId="2498674121" sldId="459"/>
            <ac:picMk id="5" creationId="{D486274E-C89F-224B-BFB8-5024F5F10F03}"/>
          </ac:picMkLst>
        </pc:picChg>
        <pc:picChg chg="add mod">
          <ac:chgData name="Maxi Gatto" userId="6ad2d21ec9022e38" providerId="LiveId" clId="{78CE70FE-3508-5674-A562-6BE411B3064F}" dt="2026-07-14T13:51:21.523" v="166" actId="1076"/>
          <ac:picMkLst>
            <pc:docMk/>
            <pc:sldMk cId="2498674121" sldId="459"/>
            <ac:picMk id="8" creationId="{4120CDA1-0A80-F21E-F15D-F3A9D21CE407}"/>
          </ac:picMkLst>
        </pc:picChg>
        <pc:picChg chg="add mod">
          <ac:chgData name="Maxi Gatto" userId="6ad2d21ec9022e38" providerId="LiveId" clId="{78CE70FE-3508-5674-A562-6BE411B3064F}" dt="2026-07-14T13:51:24.572" v="167" actId="1076"/>
          <ac:picMkLst>
            <pc:docMk/>
            <pc:sldMk cId="2498674121" sldId="459"/>
            <ac:picMk id="9" creationId="{B39484FF-C3CD-85AC-E652-2F73DA9490D5}"/>
          </ac:picMkLst>
        </pc:picChg>
        <pc:picChg chg="add mod">
          <ac:chgData name="Maxi Gatto" userId="6ad2d21ec9022e38" providerId="LiveId" clId="{78CE70FE-3508-5674-A562-6BE411B3064F}" dt="2026-07-14T13:51:33.840" v="170" actId="1076"/>
          <ac:picMkLst>
            <pc:docMk/>
            <pc:sldMk cId="2498674121" sldId="459"/>
            <ac:picMk id="10" creationId="{2C794378-8824-E9FC-AD4D-FD632061649F}"/>
          </ac:picMkLst>
        </pc:picChg>
      </pc:sldChg>
      <pc:sldChg chg="addSp delSp modSp add mod modAnim">
        <pc:chgData name="Maxi Gatto" userId="6ad2d21ec9022e38" providerId="LiveId" clId="{78CE70FE-3508-5674-A562-6BE411B3064F}" dt="2026-07-15T09:18:19.399" v="586"/>
        <pc:sldMkLst>
          <pc:docMk/>
          <pc:sldMk cId="837033830" sldId="460"/>
        </pc:sldMkLst>
        <pc:spChg chg="add mod">
          <ac:chgData name="Maxi Gatto" userId="6ad2d21ec9022e38" providerId="LiveId" clId="{78CE70FE-3508-5674-A562-6BE411B3064F}" dt="2026-07-15T09:17:43.571" v="579" actId="207"/>
          <ac:spMkLst>
            <pc:docMk/>
            <pc:sldMk cId="837033830" sldId="460"/>
            <ac:spMk id="3" creationId="{86F0FEFB-3A82-C109-D551-BDD968F16587}"/>
          </ac:spMkLst>
        </pc:spChg>
        <pc:spChg chg="add mod">
          <ac:chgData name="Maxi Gatto" userId="6ad2d21ec9022e38" providerId="LiveId" clId="{78CE70FE-3508-5674-A562-6BE411B3064F}" dt="2026-07-15T09:18:02.538" v="583" actId="1076"/>
          <ac:spMkLst>
            <pc:docMk/>
            <pc:sldMk cId="837033830" sldId="460"/>
            <ac:spMk id="4" creationId="{5E3F337C-D665-7042-DB7B-E8621919506E}"/>
          </ac:spMkLst>
        </pc:spChg>
        <pc:spChg chg="del">
          <ac:chgData name="Maxi Gatto" userId="6ad2d21ec9022e38" providerId="LiveId" clId="{78CE70FE-3508-5674-A562-6BE411B3064F}" dt="2026-07-14T13:52:15.525" v="176" actId="478"/>
          <ac:spMkLst>
            <pc:docMk/>
            <pc:sldMk cId="837033830" sldId="460"/>
            <ac:spMk id="7" creationId="{62447A05-B7E7-8823-7EA0-F1123AD920E2}"/>
          </ac:spMkLst>
        </pc:spChg>
        <pc:picChg chg="add mod">
          <ac:chgData name="Maxi Gatto" userId="6ad2d21ec9022e38" providerId="LiveId" clId="{78CE70FE-3508-5674-A562-6BE411B3064F}" dt="2026-07-14T13:52:22.472" v="179" actId="14100"/>
          <ac:picMkLst>
            <pc:docMk/>
            <pc:sldMk cId="837033830" sldId="460"/>
            <ac:picMk id="2" creationId="{8D009E5C-89A0-F1FD-9726-52BABCD09C6E}"/>
          </ac:picMkLst>
        </pc:picChg>
        <pc:picChg chg="del">
          <ac:chgData name="Maxi Gatto" userId="6ad2d21ec9022e38" providerId="LiveId" clId="{78CE70FE-3508-5674-A562-6BE411B3064F}" dt="2026-07-14T13:52:13.981" v="175" actId="478"/>
          <ac:picMkLst>
            <pc:docMk/>
            <pc:sldMk cId="837033830" sldId="460"/>
            <ac:picMk id="5" creationId="{54D5F777-2912-DE7E-F7CB-7895B1FA94BB}"/>
          </ac:picMkLst>
        </pc:picChg>
        <pc:picChg chg="del">
          <ac:chgData name="Maxi Gatto" userId="6ad2d21ec9022e38" providerId="LiveId" clId="{78CE70FE-3508-5674-A562-6BE411B3064F}" dt="2026-07-14T13:52:13.981" v="175" actId="478"/>
          <ac:picMkLst>
            <pc:docMk/>
            <pc:sldMk cId="837033830" sldId="460"/>
            <ac:picMk id="8" creationId="{574BA9F3-BBFE-67F6-C523-AEABD6D8FD33}"/>
          </ac:picMkLst>
        </pc:picChg>
        <pc:picChg chg="del">
          <ac:chgData name="Maxi Gatto" userId="6ad2d21ec9022e38" providerId="LiveId" clId="{78CE70FE-3508-5674-A562-6BE411B3064F}" dt="2026-07-14T13:52:13.981" v="175" actId="478"/>
          <ac:picMkLst>
            <pc:docMk/>
            <pc:sldMk cId="837033830" sldId="460"/>
            <ac:picMk id="9" creationId="{06BD4055-6173-4B88-D95B-DE40A2CFECB0}"/>
          </ac:picMkLst>
        </pc:picChg>
        <pc:picChg chg="del">
          <ac:chgData name="Maxi Gatto" userId="6ad2d21ec9022e38" providerId="LiveId" clId="{78CE70FE-3508-5674-A562-6BE411B3064F}" dt="2026-07-14T13:52:13.981" v="175" actId="478"/>
          <ac:picMkLst>
            <pc:docMk/>
            <pc:sldMk cId="837033830" sldId="460"/>
            <ac:picMk id="10" creationId="{45AA09E4-A0F2-018D-3CCC-37F582D9376B}"/>
          </ac:picMkLst>
        </pc:picChg>
      </pc:sldChg>
      <pc:sldChg chg="delSp add del mod modAnim">
        <pc:chgData name="Maxi Gatto" userId="6ad2d21ec9022e38" providerId="LiveId" clId="{78CE70FE-3508-5674-A562-6BE411B3064F}" dt="2026-07-14T13:53:55.768" v="185" actId="2696"/>
        <pc:sldMkLst>
          <pc:docMk/>
          <pc:sldMk cId="2746926747" sldId="461"/>
        </pc:sldMkLst>
        <pc:spChg chg="del">
          <ac:chgData name="Maxi Gatto" userId="6ad2d21ec9022e38" providerId="LiveId" clId="{78CE70FE-3508-5674-A562-6BE411B3064F}" dt="2026-07-14T13:53:15.821" v="183" actId="478"/>
          <ac:spMkLst>
            <pc:docMk/>
            <pc:sldMk cId="2746926747" sldId="461"/>
            <ac:spMk id="3" creationId="{518485BF-4F62-9531-5E02-363C4EAD2CAA}"/>
          </ac:spMkLst>
        </pc:spChg>
        <pc:spChg chg="del">
          <ac:chgData name="Maxi Gatto" userId="6ad2d21ec9022e38" providerId="LiveId" clId="{78CE70FE-3508-5674-A562-6BE411B3064F}" dt="2026-07-14T13:53:18.092" v="184" actId="478"/>
          <ac:spMkLst>
            <pc:docMk/>
            <pc:sldMk cId="2746926747" sldId="461"/>
            <ac:spMk id="8" creationId="{79FCAE0B-28E7-9A21-68FF-D302DF0AEBA8}"/>
          </ac:spMkLst>
        </pc:spChg>
        <pc:spChg chg="del">
          <ac:chgData name="Maxi Gatto" userId="6ad2d21ec9022e38" providerId="LiveId" clId="{78CE70FE-3508-5674-A562-6BE411B3064F}" dt="2026-07-14T13:53:18.092" v="184" actId="478"/>
          <ac:spMkLst>
            <pc:docMk/>
            <pc:sldMk cId="2746926747" sldId="461"/>
            <ac:spMk id="14" creationId="{12C243E9-C2D1-0495-60BA-A1B2347C4E27}"/>
          </ac:spMkLst>
        </pc:spChg>
        <pc:spChg chg="del">
          <ac:chgData name="Maxi Gatto" userId="6ad2d21ec9022e38" providerId="LiveId" clId="{78CE70FE-3508-5674-A562-6BE411B3064F}" dt="2026-07-14T13:53:18.092" v="184" actId="478"/>
          <ac:spMkLst>
            <pc:docMk/>
            <pc:sldMk cId="2746926747" sldId="461"/>
            <ac:spMk id="16" creationId="{4A11B6C6-07FE-EE34-2917-19813366D26E}"/>
          </ac:spMkLst>
        </pc:spChg>
        <pc:picChg chg="del">
          <ac:chgData name="Maxi Gatto" userId="6ad2d21ec9022e38" providerId="LiveId" clId="{78CE70FE-3508-5674-A562-6BE411B3064F}" dt="2026-07-14T13:53:15.821" v="183" actId="478"/>
          <ac:picMkLst>
            <pc:docMk/>
            <pc:sldMk cId="2746926747" sldId="461"/>
            <ac:picMk id="5" creationId="{9B0FD9E3-DED3-8C02-7E66-28CA0083C3B9}"/>
          </ac:picMkLst>
        </pc:picChg>
        <pc:picChg chg="del">
          <ac:chgData name="Maxi Gatto" userId="6ad2d21ec9022e38" providerId="LiveId" clId="{78CE70FE-3508-5674-A562-6BE411B3064F}" dt="2026-07-14T13:53:18.092" v="184" actId="478"/>
          <ac:picMkLst>
            <pc:docMk/>
            <pc:sldMk cId="2746926747" sldId="461"/>
            <ac:picMk id="7" creationId="{99DAE48E-C4B1-3FED-8A87-44914B202694}"/>
          </ac:picMkLst>
        </pc:picChg>
        <pc:picChg chg="del">
          <ac:chgData name="Maxi Gatto" userId="6ad2d21ec9022e38" providerId="LiveId" clId="{78CE70FE-3508-5674-A562-6BE411B3064F}" dt="2026-07-14T13:53:18.092" v="184" actId="478"/>
          <ac:picMkLst>
            <pc:docMk/>
            <pc:sldMk cId="2746926747" sldId="461"/>
            <ac:picMk id="13" creationId="{B36EA5BB-7DA1-79BF-E7AB-D22D4EBA4249}"/>
          </ac:picMkLst>
        </pc:picChg>
        <pc:picChg chg="del">
          <ac:chgData name="Maxi Gatto" userId="6ad2d21ec9022e38" providerId="LiveId" clId="{78CE70FE-3508-5674-A562-6BE411B3064F}" dt="2026-07-14T13:53:18.092" v="184" actId="478"/>
          <ac:picMkLst>
            <pc:docMk/>
            <pc:sldMk cId="2746926747" sldId="461"/>
            <ac:picMk id="15" creationId="{B47FA0E9-93B2-824F-BAEC-99D163DA7B16}"/>
          </ac:picMkLst>
        </pc:picChg>
        <pc:picChg chg="del">
          <ac:chgData name="Maxi Gatto" userId="6ad2d21ec9022e38" providerId="LiveId" clId="{78CE70FE-3508-5674-A562-6BE411B3064F}" dt="2026-07-14T13:53:18.092" v="184" actId="478"/>
          <ac:picMkLst>
            <pc:docMk/>
            <pc:sldMk cId="2746926747" sldId="461"/>
            <ac:picMk id="17" creationId="{C301918D-E3B9-6DF9-C534-25C2FD7432DB}"/>
          </ac:picMkLst>
        </pc:picChg>
        <pc:picChg chg="del">
          <ac:chgData name="Maxi Gatto" userId="6ad2d21ec9022e38" providerId="LiveId" clId="{78CE70FE-3508-5674-A562-6BE411B3064F}" dt="2026-07-14T13:53:18.092" v="184" actId="478"/>
          <ac:picMkLst>
            <pc:docMk/>
            <pc:sldMk cId="2746926747" sldId="461"/>
            <ac:picMk id="5122" creationId="{E2DC1F46-6F08-66C6-F553-F257620D200C}"/>
          </ac:picMkLst>
        </pc:picChg>
      </pc:sldChg>
      <pc:sldChg chg="addSp delSp modSp add mod">
        <pc:chgData name="Maxi Gatto" userId="6ad2d21ec9022e38" providerId="LiveId" clId="{78CE70FE-3508-5674-A562-6BE411B3064F}" dt="2026-07-15T09:23:30.690" v="615" actId="1076"/>
        <pc:sldMkLst>
          <pc:docMk/>
          <pc:sldMk cId="3161259742" sldId="461"/>
        </pc:sldMkLst>
        <pc:spChg chg="add mod">
          <ac:chgData name="Maxi Gatto" userId="6ad2d21ec9022e38" providerId="LiveId" clId="{78CE70FE-3508-5674-A562-6BE411B3064F}" dt="2026-07-14T13:55:42.113" v="288" actId="20577"/>
          <ac:spMkLst>
            <pc:docMk/>
            <pc:sldMk cId="3161259742" sldId="461"/>
            <ac:spMk id="2" creationId="{21A6D5DB-5ECA-547A-1584-16B5731A540D}"/>
          </ac:spMkLst>
        </pc:spChg>
        <pc:picChg chg="add mod">
          <ac:chgData name="Maxi Gatto" userId="6ad2d21ec9022e38" providerId="LiveId" clId="{78CE70FE-3508-5674-A562-6BE411B3064F}" dt="2026-07-15T09:22:42.957" v="601" actId="1076"/>
          <ac:picMkLst>
            <pc:docMk/>
            <pc:sldMk cId="3161259742" sldId="461"/>
            <ac:picMk id="3" creationId="{70BB3483-DCD0-C42B-FC09-6E2E5BB95A1B}"/>
          </ac:picMkLst>
        </pc:picChg>
        <pc:picChg chg="del">
          <ac:chgData name="Maxi Gatto" userId="6ad2d21ec9022e38" providerId="LiveId" clId="{78CE70FE-3508-5674-A562-6BE411B3064F}" dt="2026-07-14T13:55:16.676" v="214" actId="478"/>
          <ac:picMkLst>
            <pc:docMk/>
            <pc:sldMk cId="3161259742" sldId="461"/>
            <ac:picMk id="3" creationId="{DBAC2348-4C7E-76F4-3FEE-18ED99EE56BD}"/>
          </ac:picMkLst>
        </pc:picChg>
        <pc:picChg chg="add mod modCrop">
          <ac:chgData name="Maxi Gatto" userId="6ad2d21ec9022e38" providerId="LiveId" clId="{78CE70FE-3508-5674-A562-6BE411B3064F}" dt="2026-07-15T09:23:16.524" v="610" actId="1076"/>
          <ac:picMkLst>
            <pc:docMk/>
            <pc:sldMk cId="3161259742" sldId="461"/>
            <ac:picMk id="4" creationId="{2F111D89-08F3-7AC5-5D36-25B0AC8EC8B6}"/>
          </ac:picMkLst>
        </pc:picChg>
        <pc:picChg chg="del">
          <ac:chgData name="Maxi Gatto" userId="6ad2d21ec9022e38" providerId="LiveId" clId="{78CE70FE-3508-5674-A562-6BE411B3064F}" dt="2026-07-14T13:55:16.676" v="214" actId="478"/>
          <ac:picMkLst>
            <pc:docMk/>
            <pc:sldMk cId="3161259742" sldId="461"/>
            <ac:picMk id="4" creationId="{7E78E830-0193-CD0A-5C1C-59EAD2E03A72}"/>
          </ac:picMkLst>
        </pc:picChg>
        <pc:picChg chg="del">
          <ac:chgData name="Maxi Gatto" userId="6ad2d21ec9022e38" providerId="LiveId" clId="{78CE70FE-3508-5674-A562-6BE411B3064F}" dt="2026-07-14T13:55:18.271" v="215" actId="478"/>
          <ac:picMkLst>
            <pc:docMk/>
            <pc:sldMk cId="3161259742" sldId="461"/>
            <ac:picMk id="5" creationId="{0FA125EA-3940-F22E-EB6F-081664742265}"/>
          </ac:picMkLst>
        </pc:picChg>
        <pc:picChg chg="del">
          <ac:chgData name="Maxi Gatto" userId="6ad2d21ec9022e38" providerId="LiveId" clId="{78CE70FE-3508-5674-A562-6BE411B3064F}" dt="2026-07-14T13:55:16.676" v="214" actId="478"/>
          <ac:picMkLst>
            <pc:docMk/>
            <pc:sldMk cId="3161259742" sldId="461"/>
            <ac:picMk id="7" creationId="{2AF6B83E-5489-54FB-3EBD-1BA626BE1FF9}"/>
          </ac:picMkLst>
        </pc:picChg>
        <pc:picChg chg="add del">
          <ac:chgData name="Maxi Gatto" userId="6ad2d21ec9022e38" providerId="LiveId" clId="{78CE70FE-3508-5674-A562-6BE411B3064F}" dt="2026-07-14T13:56:34.600" v="290" actId="478"/>
          <ac:picMkLst>
            <pc:docMk/>
            <pc:sldMk cId="3161259742" sldId="461"/>
            <ac:picMk id="8" creationId="{746B773D-7512-D9E2-0B9A-A265EB15001E}"/>
          </ac:picMkLst>
        </pc:picChg>
        <pc:picChg chg="add del mod">
          <ac:chgData name="Maxi Gatto" userId="6ad2d21ec9022e38" providerId="LiveId" clId="{78CE70FE-3508-5674-A562-6BE411B3064F}" dt="2026-07-14T13:56:50.524" v="295" actId="478"/>
          <ac:picMkLst>
            <pc:docMk/>
            <pc:sldMk cId="3161259742" sldId="461"/>
            <ac:picMk id="9" creationId="{92916EF6-8EFB-21B5-8FA8-2FB2160969FE}"/>
          </ac:picMkLst>
        </pc:picChg>
        <pc:picChg chg="add mod">
          <ac:chgData name="Maxi Gatto" userId="6ad2d21ec9022e38" providerId="LiveId" clId="{78CE70FE-3508-5674-A562-6BE411B3064F}" dt="2026-07-15T09:22:49.240" v="603" actId="1076"/>
          <ac:picMkLst>
            <pc:docMk/>
            <pc:sldMk cId="3161259742" sldId="461"/>
            <ac:picMk id="10" creationId="{7C9046EF-1590-36D9-6752-CBE89AA55239}"/>
          </ac:picMkLst>
        </pc:picChg>
        <pc:picChg chg="add mod modCrop">
          <ac:chgData name="Maxi Gatto" userId="6ad2d21ec9022e38" providerId="LiveId" clId="{78CE70FE-3508-5674-A562-6BE411B3064F}" dt="2026-07-15T09:23:30.690" v="615" actId="1076"/>
          <ac:picMkLst>
            <pc:docMk/>
            <pc:sldMk cId="3161259742" sldId="461"/>
            <ac:picMk id="11" creationId="{70D72D8C-9D0C-5B1A-3442-EE58946661A0}"/>
          </ac:picMkLst>
        </pc:picChg>
        <pc:picChg chg="add mod modCrop">
          <ac:chgData name="Maxi Gatto" userId="6ad2d21ec9022e38" providerId="LiveId" clId="{78CE70FE-3508-5674-A562-6BE411B3064F}" dt="2026-07-15T09:23:24.874" v="613" actId="1076"/>
          <ac:picMkLst>
            <pc:docMk/>
            <pc:sldMk cId="3161259742" sldId="461"/>
            <ac:picMk id="12" creationId="{DB9A33D4-8E31-B6B4-CF57-DDEE88D6647B}"/>
          </ac:picMkLst>
        </pc:picChg>
        <pc:picChg chg="add mod">
          <ac:chgData name="Maxi Gatto" userId="6ad2d21ec9022e38" providerId="LiveId" clId="{78CE70FE-3508-5674-A562-6BE411B3064F}" dt="2026-07-14T13:59:28.422" v="322"/>
          <ac:picMkLst>
            <pc:docMk/>
            <pc:sldMk cId="3161259742" sldId="461"/>
            <ac:picMk id="13" creationId="{C1B4384B-743F-7C29-A8E6-CEFE4D0124AF}"/>
          </ac:picMkLst>
        </pc:picChg>
      </pc:sldChg>
      <pc:sldChg chg="addSp delSp modSp add del mod">
        <pc:chgData name="Maxi Gatto" userId="6ad2d21ec9022e38" providerId="LiveId" clId="{78CE70FE-3508-5674-A562-6BE411B3064F}" dt="2026-07-15T09:23:37.805" v="616" actId="2696"/>
        <pc:sldMkLst>
          <pc:docMk/>
          <pc:sldMk cId="1709322175" sldId="462"/>
        </pc:sldMkLst>
        <pc:picChg chg="add del mod">
          <ac:chgData name="Maxi Gatto" userId="6ad2d21ec9022e38" providerId="LiveId" clId="{78CE70FE-3508-5674-A562-6BE411B3064F}" dt="2026-07-15T09:22:13.455" v="593" actId="21"/>
          <ac:picMkLst>
            <pc:docMk/>
            <pc:sldMk cId="1709322175" sldId="462"/>
            <ac:picMk id="3" creationId="{854DD35C-6295-B2F2-67F2-16B783EAE8D7}"/>
          </ac:picMkLst>
        </pc:picChg>
        <pc:picChg chg="del">
          <ac:chgData name="Maxi Gatto" userId="6ad2d21ec9022e38" providerId="LiveId" clId="{78CE70FE-3508-5674-A562-6BE411B3064F}" dt="2026-07-14T13:59:41.600" v="328" actId="478"/>
          <ac:picMkLst>
            <pc:docMk/>
            <pc:sldMk cId="1709322175" sldId="462"/>
            <ac:picMk id="10" creationId="{6202FBEA-DC45-32C4-B2EE-C7D652FCAFCD}"/>
          </ac:picMkLst>
        </pc:picChg>
        <pc:picChg chg="del">
          <ac:chgData name="Maxi Gatto" userId="6ad2d21ec9022e38" providerId="LiveId" clId="{78CE70FE-3508-5674-A562-6BE411B3064F}" dt="2026-07-14T13:59:41.600" v="328" actId="478"/>
          <ac:picMkLst>
            <pc:docMk/>
            <pc:sldMk cId="1709322175" sldId="462"/>
            <ac:picMk id="11" creationId="{C6C9B772-0114-B9B9-6C3B-4D5601B1B23C}"/>
          </ac:picMkLst>
        </pc:picChg>
        <pc:picChg chg="del">
          <ac:chgData name="Maxi Gatto" userId="6ad2d21ec9022e38" providerId="LiveId" clId="{78CE70FE-3508-5674-A562-6BE411B3064F}" dt="2026-07-14T13:59:41.600" v="328" actId="478"/>
          <ac:picMkLst>
            <pc:docMk/>
            <pc:sldMk cId="1709322175" sldId="462"/>
            <ac:picMk id="12" creationId="{96403DFD-C4CA-E8E7-B4E5-5EE323C53BF3}"/>
          </ac:picMkLst>
        </pc:picChg>
      </pc:sldChg>
      <pc:sldChg chg="addSp delSp modSp add mod">
        <pc:chgData name="Maxi Gatto" userId="6ad2d21ec9022e38" providerId="LiveId" clId="{78CE70FE-3508-5674-A562-6BE411B3064F}" dt="2026-07-15T13:10:16.109" v="665"/>
        <pc:sldMkLst>
          <pc:docMk/>
          <pc:sldMk cId="1413310867" sldId="463"/>
        </pc:sldMkLst>
        <pc:spChg chg="del mod">
          <ac:chgData name="Maxi Gatto" userId="6ad2d21ec9022e38" providerId="LiveId" clId="{78CE70FE-3508-5674-A562-6BE411B3064F}" dt="2026-07-15T13:10:15.714" v="664" actId="478"/>
          <ac:spMkLst>
            <pc:docMk/>
            <pc:sldMk cId="1413310867" sldId="463"/>
            <ac:spMk id="2" creationId="{6B26CBE6-BF97-EEF2-237F-BA53F61A98B0}"/>
          </ac:spMkLst>
        </pc:spChg>
        <pc:spChg chg="add mod">
          <ac:chgData name="Maxi Gatto" userId="6ad2d21ec9022e38" providerId="LiveId" clId="{78CE70FE-3508-5674-A562-6BE411B3064F}" dt="2026-07-15T13:10:16.109" v="665"/>
          <ac:spMkLst>
            <pc:docMk/>
            <pc:sldMk cId="1413310867" sldId="463"/>
            <ac:spMk id="3" creationId="{2DA5E60E-2FD4-458F-DD3D-BBA56E68E668}"/>
          </ac:spMkLst>
        </pc:spChg>
        <pc:spChg chg="add mod">
          <ac:chgData name="Maxi Gatto" userId="6ad2d21ec9022e38" providerId="LiveId" clId="{78CE70FE-3508-5674-A562-6BE411B3064F}" dt="2026-07-14T14:01:21.597" v="402" actId="20577"/>
          <ac:spMkLst>
            <pc:docMk/>
            <pc:sldMk cId="1413310867" sldId="463"/>
            <ac:spMk id="5" creationId="{EF22B9F0-396E-EADC-3726-4BADE625CE41}"/>
          </ac:spMkLst>
        </pc:spChg>
        <pc:picChg chg="del">
          <ac:chgData name="Maxi Gatto" userId="6ad2d21ec9022e38" providerId="LiveId" clId="{78CE70FE-3508-5674-A562-6BE411B3064F}" dt="2026-07-14T14:01:02.645" v="387" actId="478"/>
          <ac:picMkLst>
            <pc:docMk/>
            <pc:sldMk cId="1413310867" sldId="463"/>
            <ac:picMk id="3" creationId="{33C361A7-8B31-A264-4346-D269E07B7801}"/>
          </ac:picMkLst>
        </pc:picChg>
        <pc:picChg chg="add mod">
          <ac:chgData name="Maxi Gatto" userId="6ad2d21ec9022e38" providerId="LiveId" clId="{78CE70FE-3508-5674-A562-6BE411B3064F}" dt="2026-07-14T14:01:47.933" v="408" actId="14100"/>
          <ac:picMkLst>
            <pc:docMk/>
            <pc:sldMk cId="1413310867" sldId="463"/>
            <ac:picMk id="4" creationId="{F4BB2F1A-31E7-FA4B-B0B7-645E08F9AF3D}"/>
          </ac:picMkLst>
        </pc:picChg>
        <pc:picChg chg="add mod">
          <ac:chgData name="Maxi Gatto" userId="6ad2d21ec9022e38" providerId="LiveId" clId="{78CE70FE-3508-5674-A562-6BE411B3064F}" dt="2026-07-14T14:01:44.133" v="407" actId="14100"/>
          <ac:picMkLst>
            <pc:docMk/>
            <pc:sldMk cId="1413310867" sldId="463"/>
            <ac:picMk id="7" creationId="{E3BBFAB3-F2E6-F51E-DED8-BF0F392A680F}"/>
          </ac:picMkLst>
        </pc:picChg>
      </pc:sldChg>
      <pc:sldChg chg="addSp delSp modSp add del mod">
        <pc:chgData name="Maxi Gatto" userId="6ad2d21ec9022e38" providerId="LiveId" clId="{78CE70FE-3508-5674-A562-6BE411B3064F}" dt="2026-07-15T09:19:58.732" v="588" actId="2696"/>
        <pc:sldMkLst>
          <pc:docMk/>
          <pc:sldMk cId="543802267" sldId="464"/>
        </pc:sldMkLst>
        <pc:spChg chg="mod">
          <ac:chgData name="Maxi Gatto" userId="6ad2d21ec9022e38" providerId="LiveId" clId="{78CE70FE-3508-5674-A562-6BE411B3064F}" dt="2026-07-14T14:02:57.515" v="418" actId="20577"/>
          <ac:spMkLst>
            <pc:docMk/>
            <pc:sldMk cId="543802267" sldId="464"/>
            <ac:spMk id="5" creationId="{A6F18690-5054-C262-FA1B-175F693BB50E}"/>
          </ac:spMkLst>
        </pc:spChg>
        <pc:picChg chg="add mod">
          <ac:chgData name="Maxi Gatto" userId="6ad2d21ec9022e38" providerId="LiveId" clId="{78CE70FE-3508-5674-A562-6BE411B3064F}" dt="2026-07-14T14:03:09.049" v="421" actId="14100"/>
          <ac:picMkLst>
            <pc:docMk/>
            <pc:sldMk cId="543802267" sldId="464"/>
            <ac:picMk id="3" creationId="{3EDE8E67-181B-9A68-343A-6AA73689B161}"/>
          </ac:picMkLst>
        </pc:picChg>
        <pc:picChg chg="del">
          <ac:chgData name="Maxi Gatto" userId="6ad2d21ec9022e38" providerId="LiveId" clId="{78CE70FE-3508-5674-A562-6BE411B3064F}" dt="2026-07-14T14:02:12.444" v="410" actId="478"/>
          <ac:picMkLst>
            <pc:docMk/>
            <pc:sldMk cId="543802267" sldId="464"/>
            <ac:picMk id="4" creationId="{E407E4ED-0391-18AB-197E-3119FED26925}"/>
          </ac:picMkLst>
        </pc:picChg>
        <pc:picChg chg="del">
          <ac:chgData name="Maxi Gatto" userId="6ad2d21ec9022e38" providerId="LiveId" clId="{78CE70FE-3508-5674-A562-6BE411B3064F}" dt="2026-07-14T14:02:12.444" v="410" actId="478"/>
          <ac:picMkLst>
            <pc:docMk/>
            <pc:sldMk cId="543802267" sldId="464"/>
            <ac:picMk id="7" creationId="{6A7CBE54-C425-0DE1-4F4D-B2E5E96D1014}"/>
          </ac:picMkLst>
        </pc:picChg>
      </pc:sldChg>
      <pc:sldChg chg="addSp delSp modSp add mod">
        <pc:chgData name="Maxi Gatto" userId="6ad2d21ec9022e38" providerId="LiveId" clId="{78CE70FE-3508-5674-A562-6BE411B3064F}" dt="2026-07-15T13:10:11.913" v="663" actId="1035"/>
        <pc:sldMkLst>
          <pc:docMk/>
          <pc:sldMk cId="2825884697" sldId="464"/>
        </pc:sldMkLst>
        <pc:spChg chg="mod">
          <ac:chgData name="Maxi Gatto" userId="6ad2d21ec9022e38" providerId="LiveId" clId="{78CE70FE-3508-5674-A562-6BE411B3064F}" dt="2026-07-15T13:10:11.913" v="663" actId="1035"/>
          <ac:spMkLst>
            <pc:docMk/>
            <pc:sldMk cId="2825884697" sldId="464"/>
            <ac:spMk id="2" creationId="{1273DA16-09BD-6F65-E2A1-9CEC34A868BC}"/>
          </ac:spMkLst>
        </pc:spChg>
        <pc:spChg chg="mod">
          <ac:chgData name="Maxi Gatto" userId="6ad2d21ec9022e38" providerId="LiveId" clId="{78CE70FE-3508-5674-A562-6BE411B3064F}" dt="2026-07-15T10:46:26.363" v="632" actId="20577"/>
          <ac:spMkLst>
            <pc:docMk/>
            <pc:sldMk cId="2825884697" sldId="464"/>
            <ac:spMk id="5" creationId="{0D70E3C9-C71F-C97E-A773-D90A1B7D15A4}"/>
          </ac:spMkLst>
        </pc:spChg>
        <pc:spChg chg="add mod">
          <ac:chgData name="Maxi Gatto" userId="6ad2d21ec9022e38" providerId="LiveId" clId="{78CE70FE-3508-5674-A562-6BE411B3064F}" dt="2026-07-15T10:47:20.152" v="650" actId="20577"/>
          <ac:spMkLst>
            <pc:docMk/>
            <pc:sldMk cId="2825884697" sldId="464"/>
            <ac:spMk id="8" creationId="{BDAFB85F-E5A2-01ED-92E6-8C4E6DAAC5FC}"/>
          </ac:spMkLst>
        </pc:spChg>
        <pc:picChg chg="add mod">
          <ac:chgData name="Maxi Gatto" userId="6ad2d21ec9022e38" providerId="LiveId" clId="{78CE70FE-3508-5674-A562-6BE411B3064F}" dt="2026-07-15T10:46:34.194" v="636" actId="14100"/>
          <ac:picMkLst>
            <pc:docMk/>
            <pc:sldMk cId="2825884697" sldId="464"/>
            <ac:picMk id="3" creationId="{BD4E7984-4920-5438-580F-132904B35F7F}"/>
          </ac:picMkLst>
        </pc:picChg>
        <pc:picChg chg="del">
          <ac:chgData name="Maxi Gatto" userId="6ad2d21ec9022e38" providerId="LiveId" clId="{78CE70FE-3508-5674-A562-6BE411B3064F}" dt="2026-07-15T10:46:28.159" v="633" actId="478"/>
          <ac:picMkLst>
            <pc:docMk/>
            <pc:sldMk cId="2825884697" sldId="464"/>
            <ac:picMk id="4" creationId="{1832B66B-7531-57B1-D9D6-45DE6C23297D}"/>
          </ac:picMkLst>
        </pc:picChg>
        <pc:picChg chg="del">
          <ac:chgData name="Maxi Gatto" userId="6ad2d21ec9022e38" providerId="LiveId" clId="{78CE70FE-3508-5674-A562-6BE411B3064F}" dt="2026-07-15T10:46:28.159" v="633" actId="478"/>
          <ac:picMkLst>
            <pc:docMk/>
            <pc:sldMk cId="2825884697" sldId="464"/>
            <ac:picMk id="7" creationId="{F7DE6F98-427C-7648-38F8-69B3DD77F50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1F381-196C-074E-BAFD-F4AB0E03D2BE}" type="datetimeFigureOut">
              <a:rPr lang="es-AR" smtClean="0"/>
              <a:t>15/7/26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70469-3162-AB4F-93C2-22ECC6C1F84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476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Cambiar </a:t>
            </a:r>
            <a:r>
              <a:rPr lang="es-AR" dirty="0" err="1"/>
              <a:t>inst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25771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Ventajas del </a:t>
            </a:r>
            <a:r>
              <a:rPr lang="es-AR" dirty="0" err="1"/>
              <a:t>fluxonium</a:t>
            </a:r>
            <a:r>
              <a:rPr lang="es-AR" dirty="0"/>
              <a:t> frente a otras. Gran </a:t>
            </a:r>
            <a:r>
              <a:rPr lang="es-AR" dirty="0" err="1"/>
              <a:t>anarmonicidad</a:t>
            </a:r>
            <a:r>
              <a:rPr lang="es-AR" dirty="0"/>
              <a:t>. Deslocalizada en flujo y carga. Gap chico en </a:t>
            </a:r>
            <a:r>
              <a:rPr lang="es-AR" dirty="0" err="1"/>
              <a:t>sweet</a:t>
            </a:r>
            <a:r>
              <a:rPr lang="es-AR" dirty="0"/>
              <a:t> spot. Gran decoherencia, orden en ms. Estudiar desviaciones frente a sistema de dos niveles. Decir que las simulaciones son multiniveles.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222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4B7B6-E3EC-FC13-6D38-BBE93662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155387-8186-074F-6E60-35BD5219B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57604E-3DC5-3F97-9978-5A0FE4091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Ventajas del </a:t>
            </a:r>
            <a:r>
              <a:rPr lang="es-AR" dirty="0" err="1"/>
              <a:t>fluxonium</a:t>
            </a:r>
            <a:r>
              <a:rPr lang="es-AR" dirty="0"/>
              <a:t> frente a otras. Gran </a:t>
            </a:r>
            <a:r>
              <a:rPr lang="es-AR" dirty="0" err="1"/>
              <a:t>anarmonicidad</a:t>
            </a:r>
            <a:r>
              <a:rPr lang="es-AR" dirty="0"/>
              <a:t>. Deslocalizada en flujo y carga. Gap chico en </a:t>
            </a:r>
            <a:r>
              <a:rPr lang="es-AR" dirty="0" err="1"/>
              <a:t>sweet</a:t>
            </a:r>
            <a:r>
              <a:rPr lang="es-AR" dirty="0"/>
              <a:t> spot. Gran decoherencia, orden en ms. Estudiar desviaciones frente a sistema de dos niveles. Decir que las simulaciones son multiniveles.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38DFB9-B4E8-EDA9-0660-35B8003AB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3280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7536F-FC52-FE35-A3EC-9A78BC0E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ADD34E3-8142-C232-C1B2-987E8715E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B09D59F-71E4-696F-98C9-CF3B29D2E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Nombras área </a:t>
            </a:r>
            <a:r>
              <a:rPr lang="es-AR" dirty="0" err="1"/>
              <a:t>cQED</a:t>
            </a:r>
            <a:r>
              <a:rPr lang="es-AR" dirty="0"/>
              <a:t>. Poner citas. </a:t>
            </a:r>
            <a:r>
              <a:rPr lang="es-AR" dirty="0" err="1"/>
              <a:t>Aca</a:t>
            </a:r>
            <a:r>
              <a:rPr lang="es-AR" dirty="0"/>
              <a:t> poner </a:t>
            </a:r>
            <a:r>
              <a:rPr lang="es-AR" dirty="0" err="1"/>
              <a:t>state</a:t>
            </a:r>
            <a:r>
              <a:rPr lang="es-AR" dirty="0"/>
              <a:t> </a:t>
            </a:r>
            <a:r>
              <a:rPr lang="es-AR" dirty="0" err="1"/>
              <a:t>dependet</a:t>
            </a:r>
            <a:r>
              <a:rPr lang="es-AR" dirty="0"/>
              <a:t> </a:t>
            </a:r>
            <a:r>
              <a:rPr lang="es-AR" dirty="0" err="1"/>
              <a:t>frequency</a:t>
            </a:r>
            <a:r>
              <a:rPr lang="es-AR" dirty="0"/>
              <a:t>. Cita </a:t>
            </a:r>
            <a:r>
              <a:rPr lang="es-AR" dirty="0" err="1"/>
              <a:t>review</a:t>
            </a:r>
            <a:r>
              <a:rPr lang="es-AR" dirty="0"/>
              <a:t> </a:t>
            </a:r>
            <a:r>
              <a:rPr lang="es-AR" dirty="0" err="1"/>
              <a:t>Blais</a:t>
            </a:r>
            <a:r>
              <a:rPr lang="es-AR" dirty="0"/>
              <a:t>. Usar la estrategia de </a:t>
            </a:r>
            <a:r>
              <a:rPr lang="es-AR" dirty="0" err="1"/>
              <a:t>circuit</a:t>
            </a:r>
            <a:r>
              <a:rPr lang="es-AR" dirty="0"/>
              <a:t> QED. Flechita que indica el estado del sistema. Aclarar que es dispersivo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4C92DB-325B-52A2-4214-6AEF3287E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9393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A55AB-5BC6-D60D-1ABD-DED75753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18FA4E8-E0F9-B48D-3200-780F73EE8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47EE54-69E4-4EC0-B611-D6CB4CCAC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Nombras área </a:t>
            </a:r>
            <a:r>
              <a:rPr lang="es-AR" dirty="0" err="1"/>
              <a:t>cQED</a:t>
            </a:r>
            <a:r>
              <a:rPr lang="es-AR" dirty="0"/>
              <a:t>. Poner citas. </a:t>
            </a:r>
            <a:r>
              <a:rPr lang="es-AR" dirty="0" err="1"/>
              <a:t>Aca</a:t>
            </a:r>
            <a:r>
              <a:rPr lang="es-AR" dirty="0"/>
              <a:t> poner </a:t>
            </a:r>
            <a:r>
              <a:rPr lang="es-AR" dirty="0" err="1"/>
              <a:t>state</a:t>
            </a:r>
            <a:r>
              <a:rPr lang="es-AR" dirty="0"/>
              <a:t> </a:t>
            </a:r>
            <a:r>
              <a:rPr lang="es-AR" dirty="0" err="1"/>
              <a:t>dependet</a:t>
            </a:r>
            <a:r>
              <a:rPr lang="es-AR" dirty="0"/>
              <a:t> </a:t>
            </a:r>
            <a:r>
              <a:rPr lang="es-AR" dirty="0" err="1"/>
              <a:t>frequency</a:t>
            </a:r>
            <a:r>
              <a:rPr lang="es-AR" dirty="0"/>
              <a:t>. Cita </a:t>
            </a:r>
            <a:r>
              <a:rPr lang="es-AR" dirty="0" err="1"/>
              <a:t>review</a:t>
            </a:r>
            <a:r>
              <a:rPr lang="es-AR" dirty="0"/>
              <a:t> </a:t>
            </a:r>
            <a:r>
              <a:rPr lang="es-AR" dirty="0" err="1"/>
              <a:t>Blais</a:t>
            </a:r>
            <a:r>
              <a:rPr lang="es-AR" dirty="0"/>
              <a:t>. Usar la estrategia de </a:t>
            </a:r>
            <a:r>
              <a:rPr lang="es-AR" dirty="0" err="1"/>
              <a:t>circuit</a:t>
            </a:r>
            <a:r>
              <a:rPr lang="es-AR" dirty="0"/>
              <a:t> QED. Flechita que indica el estado del sistema. Aclarar que es dispersivo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4C73E1-72D6-D394-B06D-181AB2798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5792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EF4E5-6E84-429B-AA20-86DD5D31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588F0DB-A767-B1F9-6C8F-8A6ED66B5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9CA9E6-2C16-59DE-4CAB-DAD64ED81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BB2E7D-5C52-7D96-5392-1A808EC45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47915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FB9CE-46A1-3758-3515-DE0A498CF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8109D7-5BF6-517B-0680-8FF9628E9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21233BB-E18E-E244-94AC-31CDCDF30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Decir que el tamaño típico de los chips son de 4x4 mm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D62FF1-4C5A-74F5-92E6-3890C8D19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3841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BEED-EF67-3CBA-CFAC-0691F241D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0FBDF3-7591-B250-CD6B-3F226475A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F2E016B-D3E7-9822-7044-90712AAE0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alta inductancia cinética, posibilidad de obtener no linealidad sin pasos complejos de litografía, resiliencia bajo campo magnético,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BAEEBC-CFC3-C94D-F52A-104AFAD11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4994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8F845-4810-43F4-8973-245BBEDAD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0ED3114-D672-0E72-6FA8-60A597831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6286CE-C382-E3D5-D3C7-4279F973E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C79099-1129-D9AB-A549-F6AB97F34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84596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BC8D4-A0B9-85E8-FD54-DC675490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BC6DA27-C123-8EEB-B491-E4C18BF8B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518294-26DC-649B-CFB3-F6CE4E99D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Ejemplo de </a:t>
            </a:r>
            <a:r>
              <a:rPr lang="es-AR" dirty="0" err="1"/>
              <a:t>transmon</a:t>
            </a:r>
            <a:r>
              <a:rPr lang="es-AR" dirty="0"/>
              <a:t>. Decirlo que lo hacemos </a:t>
            </a:r>
            <a:r>
              <a:rPr lang="es-AR" dirty="0" err="1"/>
              <a:t>pprque</a:t>
            </a:r>
            <a:r>
              <a:rPr lang="es-AR" dirty="0"/>
              <a:t> es más sencillo.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363363-9269-0525-13C6-AB0B29E33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7742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7D69D-3914-B2CB-4332-6636EA26C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AA724C7-9550-8215-7F05-7FC3E75EA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721088-8AED-AFBF-D4BB-2D492A95D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1216EA-5C76-AEA9-01AC-CA07830FA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56541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6E12-98B1-50BA-E1D6-1F0E20E8C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367025-3B6C-EAC9-A38F-40AA7BAFC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A5959C-6F5A-07FE-D1DE-FDBEC28AB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81D981-161B-0DC9-F633-4E67023B3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862361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CD09A-FC85-A8BF-845F-0997B8E4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74AE87-E77C-5981-6AF2-140760923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3BB82DD-A362-CC54-D6EF-15DF30DF4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1BBC8D-7188-D062-E264-EF04612E3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81602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EF35B-B218-F8B5-C983-DAA39E678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6962914-D2FF-6863-78AA-A36A879EA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CF202C-E7CD-F86B-4E4C-283E6C370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4AA6E4-5DA3-8AD2-CA8F-2EC4F2EB6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1537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09D0C-F7D0-66B2-0CEC-8AC308FB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22EF07-4E6C-8CD7-B311-D33D2E252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9235445-0F11-D55E-8CB5-634D5E370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366FA2-3041-50C6-8B21-D24646504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30986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F8A1-FD20-BA39-DADC-FA884567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3D72E32-DF9C-6A14-6800-856E4CCDB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4046BF-975A-43ED-F631-AE1A292C7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E5EC97-E6FD-0338-4889-8C09E989C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16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59708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B3898-20CA-9927-EB1B-C3A7BDAF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6B4AB2-D576-BEA6-FDA3-0B128E436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AB67051-F635-29B8-5845-71E206EBA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5464C1-3230-BE79-46A0-BB5E22331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17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82906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EA985-D52A-69DF-47B7-82784024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C813F8-A14D-259C-7CE9-482A63467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8BE2C4-B351-0C76-549C-F17F9264A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907BED-2CAA-A3F9-E9FB-9F3271EEF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46295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00699-3C82-43E8-18D8-EC59DE4FB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A65D82C-09D9-083F-14F1-CE342B135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254A043-7F1A-2DD0-D79F-7C79AF481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4288DB-60FE-722A-D766-6279BA734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19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24505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A8047-E9A5-5B0B-BF31-4434ADA1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8878A57-D631-CC66-8FEA-FE3798AC8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C9876F-E718-3945-E8D2-C0EBDEF05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41F9B0-EE55-268D-BBD6-A26D72197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21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86513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70DC9-98E7-816D-29C2-7D696CA7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A2206F-3EFD-8375-BF5E-B2DD10C3D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FEA2950-A84C-3122-C6F8-70C80FFC3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E537A2-89BD-A0B7-3D4C-0B762B76A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22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793179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4356E-5320-F023-5F22-BC99F9F24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073019-32A8-5FD4-C148-471D42A33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E18FCF-2022-9617-BE28-A329D0FE7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688510-EEB4-D157-96D4-0CB15F12E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70469-3162-AB4F-93C2-22ECC6C1F845}" type="slidenum">
              <a:rPr lang="es-AR" smtClean="0"/>
              <a:t>23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21246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4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945C6-F21F-9943-9C2A-90D1F457597A}" type="datetime1">
              <a:rPr lang="es-AR" smtClean="0"/>
              <a:t>15/7/26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55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EDB3-8E5B-2641-A5F2-1849C2A3BBA7}" type="datetime1">
              <a:rPr lang="es-AR" smtClean="0"/>
              <a:t>15/7/26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75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7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41005-D884-BB45-AFF9-B161B0CBBDA3}" type="datetime1">
              <a:rPr lang="es-AR" smtClean="0"/>
              <a:t>15/7/26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64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7"/>
            <a:ext cx="7772400" cy="652700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7"/>
            <a:ext cx="7772400" cy="652700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A4A3-EF1A-CA41-A52B-C0D0878EDA87}" type="datetime1">
              <a:rPr lang="es-AR" smtClean="0"/>
              <a:t>15/7/26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4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9133A-DC71-054E-992A-467B0086F82B}" type="datetime1">
              <a:rPr lang="es-AR" smtClean="0"/>
              <a:t>15/7/26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5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91D7B-6A5D-D942-8807-1ABE43770130}" type="datetime1">
              <a:rPr lang="es-AR" smtClean="0"/>
              <a:t>15/7/26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5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8BB9E-49DC-B749-BF02-323F721E2E5B}" type="datetime1">
              <a:rPr lang="es-AR" smtClean="0"/>
              <a:t>15/7/26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4020800" y="114300"/>
            <a:ext cx="4114800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476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9F91-91E4-0440-859B-F7E7A3D432E4}" type="datetime1">
              <a:rPr lang="es-AR" smtClean="0"/>
              <a:t>15/7/26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4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F7E6-A6AF-7B4C-BD50-B3A33D4068C2}" type="datetime1">
              <a:rPr lang="es-AR" smtClean="0"/>
              <a:t>15/7/26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2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09B6-A672-5B48-B310-E021751C5DFB}" type="datetime1">
              <a:rPr lang="es-AR" smtClean="0"/>
              <a:t>15/7/26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06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7"/>
            <a:ext cx="3943350" cy="8717757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7"/>
            <a:ext cx="11601450" cy="871775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DE3E9-1C4C-164C-BD5B-09DAB8C24470}" type="datetime1">
              <a:rPr lang="es-AR" smtClean="0"/>
              <a:t>15/7/26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48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7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1713CB-57E2-6E40-B444-409BD4CC261C}" type="datetime1">
              <a:rPr lang="es-AR" smtClean="0"/>
              <a:t>15/7/26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0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emf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1" y="1587830"/>
            <a:ext cx="16705040" cy="4927269"/>
            <a:chOff x="0" y="0"/>
            <a:chExt cx="7338332" cy="58225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38332" cy="5822522"/>
            </a:xfrm>
            <a:custGeom>
              <a:avLst/>
              <a:gdLst/>
              <a:ahLst/>
              <a:cxnLst/>
              <a:rect l="l" t="t" r="r" b="b"/>
              <a:pathLst>
                <a:path w="7338332" h="5822522">
                  <a:moveTo>
                    <a:pt x="0" y="0"/>
                  </a:moveTo>
                  <a:lnTo>
                    <a:pt x="0" y="5822522"/>
                  </a:lnTo>
                  <a:lnTo>
                    <a:pt x="7338332" y="5822522"/>
                  </a:lnTo>
                  <a:lnTo>
                    <a:pt x="7338332" y="0"/>
                  </a:lnTo>
                  <a:lnTo>
                    <a:pt x="0" y="0"/>
                  </a:lnTo>
                  <a:close/>
                  <a:moveTo>
                    <a:pt x="7277372" y="5761562"/>
                  </a:moveTo>
                  <a:lnTo>
                    <a:pt x="59690" y="5761562"/>
                  </a:lnTo>
                  <a:lnTo>
                    <a:pt x="59690" y="59690"/>
                  </a:lnTo>
                  <a:lnTo>
                    <a:pt x="7277372" y="59690"/>
                  </a:lnTo>
                  <a:lnTo>
                    <a:pt x="7277372" y="5761562"/>
                  </a:lnTo>
                  <a:close/>
                </a:path>
              </a:pathLst>
            </a:custGeom>
            <a:solidFill>
              <a:srgbClr val="251E20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97159" y="2816066"/>
            <a:ext cx="16233878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_tradnl" sz="8800" b="1" spc="-96" noProof="1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Design and simulation of superconducting circuit </a:t>
            </a:r>
          </a:p>
        </p:txBody>
      </p:sp>
      <p:sp>
        <p:nvSpPr>
          <p:cNvPr id="8" name="AutoShape 8"/>
          <p:cNvSpPr/>
          <p:nvPr/>
        </p:nvSpPr>
        <p:spPr>
          <a:xfrm>
            <a:off x="17360905" y="3270662"/>
            <a:ext cx="1308096" cy="1278235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E1A47E66-0396-D24A-AFF7-B7014A7B63B9}"/>
              </a:ext>
            </a:extLst>
          </p:cNvPr>
          <p:cNvSpPr txBox="1"/>
          <p:nvPr/>
        </p:nvSpPr>
        <p:spPr>
          <a:xfrm>
            <a:off x="-6485" y="7183596"/>
            <a:ext cx="18287999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 b="1" spc="359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MAXIMILIANO GATTO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C3903CAA-92FF-31A5-B69F-1601A298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868C7-A7E4-50C0-88B5-C8FCD7D4D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D4E6A2EE-DF3A-5557-2CA2-E9675CC4CD2F}"/>
              </a:ext>
            </a:extLst>
          </p:cNvPr>
          <p:cNvSpPr txBox="1"/>
          <p:nvPr/>
        </p:nvSpPr>
        <p:spPr>
          <a:xfrm>
            <a:off x="1828800" y="527710"/>
            <a:ext cx="13089253" cy="104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FLUXONIUM QUBIT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D978EF1D-1989-3E4F-BE32-847AB34061CF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7C5C5F-5EA0-33EF-0061-921F56CF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5D8F1F17-62D8-70A0-750C-0427B232A18A}"/>
              </a:ext>
            </a:extLst>
          </p:cNvPr>
          <p:cNvSpPr txBox="1"/>
          <p:nvPr/>
        </p:nvSpPr>
        <p:spPr>
          <a:xfrm>
            <a:off x="7066011" y="2882761"/>
            <a:ext cx="3632952" cy="528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48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FLUXONIUM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EE07777D-D093-F1D1-E5EF-187239FD6481}"/>
              </a:ext>
            </a:extLst>
          </p:cNvPr>
          <p:cNvSpPr txBox="1"/>
          <p:nvPr/>
        </p:nvSpPr>
        <p:spPr>
          <a:xfrm>
            <a:off x="3327061" y="3830500"/>
            <a:ext cx="2921339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6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Capacitor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43195262-1029-042C-C7D2-BEFC71F147E4}"/>
              </a:ext>
            </a:extLst>
          </p:cNvPr>
          <p:cNvSpPr txBox="1"/>
          <p:nvPr/>
        </p:nvSpPr>
        <p:spPr>
          <a:xfrm>
            <a:off x="12974596" y="5143500"/>
            <a:ext cx="2092407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6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Inductor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1258DDE5-9D3E-A122-80F6-58AFCA3A32A6}"/>
              </a:ext>
            </a:extLst>
          </p:cNvPr>
          <p:cNvSpPr txBox="1"/>
          <p:nvPr/>
        </p:nvSpPr>
        <p:spPr>
          <a:xfrm>
            <a:off x="4111638" y="7584998"/>
            <a:ext cx="2418632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s-ES_tradnl" sz="3600" spc="56" noProof="0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Josephson</a:t>
            </a:r>
          </a:p>
          <a:p>
            <a:pPr algn="ctr">
              <a:lnSpc>
                <a:spcPts val="3919"/>
              </a:lnSpc>
            </a:pPr>
            <a:r>
              <a:rPr lang="es-ES_tradnl" sz="3600" spc="56" dirty="0" err="1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junction</a:t>
            </a:r>
            <a:endParaRPr lang="es-ES_tradnl" sz="3600" spc="56" noProof="0" dirty="0">
              <a:solidFill>
                <a:srgbClr val="251E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" name="Conector curvado 22">
            <a:extLst>
              <a:ext uri="{FF2B5EF4-FFF2-40B4-BE49-F238E27FC236}">
                <a16:creationId xmlns:a16="http://schemas.microsoft.com/office/drawing/2014/main" id="{13DD2E23-4213-10E2-A151-6A51E0BBF4F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99765" y="6098723"/>
            <a:ext cx="1904996" cy="1750795"/>
          </a:xfrm>
          <a:prstGeom prst="curved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upo 24">
            <a:extLst>
              <a:ext uri="{FF2B5EF4-FFF2-40B4-BE49-F238E27FC236}">
                <a16:creationId xmlns:a16="http://schemas.microsoft.com/office/drawing/2014/main" id="{3F2B34DF-D4E9-709F-015D-F99BAF7DDF44}"/>
              </a:ext>
            </a:extLst>
          </p:cNvPr>
          <p:cNvGrpSpPr/>
          <p:nvPr/>
        </p:nvGrpSpPr>
        <p:grpSpPr>
          <a:xfrm>
            <a:off x="5331273" y="4101258"/>
            <a:ext cx="7089327" cy="4077825"/>
            <a:chOff x="5098761" y="3364911"/>
            <a:chExt cx="6993332" cy="4140789"/>
          </a:xfrm>
        </p:grpSpPr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6BA3A41A-052D-4F30-962C-AAA9CCADE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8761" y="3364911"/>
              <a:ext cx="6993332" cy="4140789"/>
            </a:xfrm>
            <a:prstGeom prst="rect">
              <a:avLst/>
            </a:prstGeom>
          </p:spPr>
        </p:pic>
        <p:pic>
          <p:nvPicPr>
            <p:cNvPr id="27" name="Gráfico 26">
              <a:extLst>
                <a:ext uri="{FF2B5EF4-FFF2-40B4-BE49-F238E27FC236}">
                  <a16:creationId xmlns:a16="http://schemas.microsoft.com/office/drawing/2014/main" id="{48EA61DE-EC25-BD3A-9B85-ADCAE818A9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51663" y="5488881"/>
              <a:ext cx="1008937" cy="864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3017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DFB52-7823-C73B-C752-C66BFD5F3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32053ADB-2E22-8E9D-025E-E29BCF98FEF6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07683C9B-C919-A4C0-265C-17CB0ED4D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1255" y="2284718"/>
            <a:ext cx="6093595" cy="474075"/>
          </a:xfrm>
          <a:prstGeom prst="rect">
            <a:avLst/>
          </a:prstGeom>
        </p:spPr>
      </p:pic>
      <p:sp>
        <p:nvSpPr>
          <p:cNvPr id="6" name="Flecha izquierda y derecha 5">
            <a:extLst>
              <a:ext uri="{FF2B5EF4-FFF2-40B4-BE49-F238E27FC236}">
                <a16:creationId xmlns:a16="http://schemas.microsoft.com/office/drawing/2014/main" id="{CFAEDD87-C619-5DF3-3666-72D3E412DDD6}"/>
              </a:ext>
            </a:extLst>
          </p:cNvPr>
          <p:cNvSpPr/>
          <p:nvPr/>
        </p:nvSpPr>
        <p:spPr>
          <a:xfrm rot="16200000">
            <a:off x="12147604" y="7554082"/>
            <a:ext cx="284925" cy="152402"/>
          </a:xfrm>
          <a:prstGeom prst="left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lecha izquierda y derecha 6">
            <a:extLst>
              <a:ext uri="{FF2B5EF4-FFF2-40B4-BE49-F238E27FC236}">
                <a16:creationId xmlns:a16="http://schemas.microsoft.com/office/drawing/2014/main" id="{6B3EB7B9-86EE-6F2A-4971-A6BD730D7265}"/>
              </a:ext>
            </a:extLst>
          </p:cNvPr>
          <p:cNvSpPr/>
          <p:nvPr/>
        </p:nvSpPr>
        <p:spPr>
          <a:xfrm rot="16200000">
            <a:off x="11694909" y="6624619"/>
            <a:ext cx="1190315" cy="152403"/>
          </a:xfrm>
          <a:prstGeom prst="left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8611CEB-07F6-7148-5277-776278D66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8193" y="7486736"/>
            <a:ext cx="1927995" cy="28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1C49E5EB-CE6C-AB23-EA5A-B903DE4D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731" y="6260117"/>
            <a:ext cx="1733294" cy="28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lecha izquierda 10">
            <a:extLst>
              <a:ext uri="{FF2B5EF4-FFF2-40B4-BE49-F238E27FC236}">
                <a16:creationId xmlns:a16="http://schemas.microsoft.com/office/drawing/2014/main" id="{1BEED056-8003-B8A0-017F-1B60F3EF1665}"/>
              </a:ext>
            </a:extLst>
          </p:cNvPr>
          <p:cNvSpPr/>
          <p:nvPr/>
        </p:nvSpPr>
        <p:spPr>
          <a:xfrm>
            <a:off x="13089536" y="7527487"/>
            <a:ext cx="1207630" cy="256763"/>
          </a:xfrm>
          <a:prstGeom prst="lef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B981B95C-0D04-6DC7-6C8D-F93C77999B23}"/>
              </a:ext>
            </a:extLst>
          </p:cNvPr>
          <p:cNvSpPr txBox="1"/>
          <p:nvPr/>
        </p:nvSpPr>
        <p:spPr>
          <a:xfrm>
            <a:off x="14639288" y="7425035"/>
            <a:ext cx="238533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s-ES_tradnl" sz="3000" b="1" spc="359" noProof="0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Sweet spot</a:t>
            </a:r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85E17438-8DC4-0AFF-0F1C-DFE4D1521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942927"/>
            <a:ext cx="9982200" cy="1157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3F7D63B-0935-0923-8DF4-D88E7D21F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4" name="Gráfico 23">
            <a:extLst>
              <a:ext uri="{FF2B5EF4-FFF2-40B4-BE49-F238E27FC236}">
                <a16:creationId xmlns:a16="http://schemas.microsoft.com/office/drawing/2014/main" id="{470FDB09-5C1A-1EB3-06A1-A8850FC82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0200" y="2529420"/>
            <a:ext cx="13963644" cy="7757580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CDFF3F1C-CEF7-988C-7D37-E654DC0CD89A}"/>
              </a:ext>
            </a:extLst>
          </p:cNvPr>
          <p:cNvGrpSpPr/>
          <p:nvPr/>
        </p:nvGrpSpPr>
        <p:grpSpPr>
          <a:xfrm>
            <a:off x="331345" y="5969764"/>
            <a:ext cx="4417555" cy="2740304"/>
            <a:chOff x="5098761" y="3364911"/>
            <a:chExt cx="6993332" cy="4140789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43684523-4DB7-DA5A-0816-31ECE676D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8761" y="3364911"/>
              <a:ext cx="6993332" cy="4140789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85C09962-A077-8C65-1996-9024F95FE4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251663" y="5488881"/>
              <a:ext cx="1008937" cy="864804"/>
            </a:xfrm>
            <a:prstGeom prst="rect">
              <a:avLst/>
            </a:prstGeom>
          </p:spPr>
        </p:pic>
      </p:grpSp>
      <p:sp>
        <p:nvSpPr>
          <p:cNvPr id="15" name="TextBox 7">
            <a:extLst>
              <a:ext uri="{FF2B5EF4-FFF2-40B4-BE49-F238E27FC236}">
                <a16:creationId xmlns:a16="http://schemas.microsoft.com/office/drawing/2014/main" id="{0181BFC5-417A-17DD-9761-C6C5488A7DE6}"/>
              </a:ext>
            </a:extLst>
          </p:cNvPr>
          <p:cNvSpPr txBox="1"/>
          <p:nvPr/>
        </p:nvSpPr>
        <p:spPr>
          <a:xfrm>
            <a:off x="617999" y="5207380"/>
            <a:ext cx="3632952" cy="503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40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FLUXONIUM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FC010D20-07B9-7523-CA6F-D5FA66BC782E}"/>
              </a:ext>
            </a:extLst>
          </p:cNvPr>
          <p:cNvSpPr txBox="1"/>
          <p:nvPr/>
        </p:nvSpPr>
        <p:spPr>
          <a:xfrm>
            <a:off x="1828800" y="527710"/>
            <a:ext cx="13089253" cy="104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FLUXONIUM QUBIT</a:t>
            </a:r>
          </a:p>
        </p:txBody>
      </p:sp>
    </p:spTree>
    <p:extLst>
      <p:ext uri="{BB962C8B-B14F-4D97-AF65-F5344CB8AC3E}">
        <p14:creationId xmlns:p14="http://schemas.microsoft.com/office/powerpoint/2010/main" val="3603808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1B17CC-2695-CA73-9E9F-5CC08164D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F616A71F-0C13-5ED8-5007-3446C311F2DC}"/>
              </a:ext>
            </a:extLst>
          </p:cNvPr>
          <p:cNvSpPr txBox="1"/>
          <p:nvPr/>
        </p:nvSpPr>
        <p:spPr>
          <a:xfrm>
            <a:off x="1828800" y="527710"/>
            <a:ext cx="141732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READOUT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0CEF353C-C4A2-AF4C-2324-9735931BBDB8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BCBD4E6-F9F3-3286-B20A-740D7FDC1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600" y="3063153"/>
            <a:ext cx="4648200" cy="320947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67731325-9827-72EE-2175-EA099D3C8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5048" y="2056190"/>
            <a:ext cx="5047866" cy="716364"/>
          </a:xfrm>
          <a:prstGeom prst="rect">
            <a:avLst/>
          </a:prstGeom>
        </p:spPr>
      </p:pic>
      <p:sp>
        <p:nvSpPr>
          <p:cNvPr id="24" name="TextBox 7">
            <a:extLst>
              <a:ext uri="{FF2B5EF4-FFF2-40B4-BE49-F238E27FC236}">
                <a16:creationId xmlns:a16="http://schemas.microsoft.com/office/drawing/2014/main" id="{F615A94B-3183-CDEB-FFE8-95ED4F6B2836}"/>
              </a:ext>
            </a:extLst>
          </p:cNvPr>
          <p:cNvSpPr txBox="1"/>
          <p:nvPr/>
        </p:nvSpPr>
        <p:spPr>
          <a:xfrm>
            <a:off x="304800" y="9838305"/>
            <a:ext cx="8076776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Blais A. et al. Rev. Mod. Phys. </a:t>
            </a:r>
            <a:r>
              <a:rPr lang="en-US" sz="2800" b="1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93</a:t>
            </a:r>
            <a:r>
              <a:rPr lang="en-US" sz="28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. 025005 (2021)  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C5E891D7-E454-837A-1E38-E2387BC56F65}"/>
              </a:ext>
            </a:extLst>
          </p:cNvPr>
          <p:cNvSpPr txBox="1"/>
          <p:nvPr/>
        </p:nvSpPr>
        <p:spPr>
          <a:xfrm>
            <a:off x="0" y="2418321"/>
            <a:ext cx="2969225" cy="503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36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FLUXONIUM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C7F526D8-BD64-5CCA-B71A-AE88467E767E}"/>
              </a:ext>
            </a:extLst>
          </p:cNvPr>
          <p:cNvSpPr txBox="1"/>
          <p:nvPr/>
        </p:nvSpPr>
        <p:spPr>
          <a:xfrm>
            <a:off x="5544796" y="2400300"/>
            <a:ext cx="2969225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36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RESONATOR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CEDF2D-7FED-9FF1-30BB-69FE2425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26A2FBA-79C5-5E77-FFC3-84512276A7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46" y="2328102"/>
            <a:ext cx="7275821" cy="394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926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8B6C3-F3E5-A98C-8189-4B43A7A2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D2502144-DDCB-17A7-DE77-75B351D36124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59C82A0B-5392-242B-57C4-8B8449295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600" y="3063153"/>
            <a:ext cx="4648200" cy="320947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632F9A92-E013-B437-DC47-D1AD299E1C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5048" y="2056190"/>
            <a:ext cx="5047866" cy="71636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8BC8AF6-F05D-4B81-E3D9-6B8E2C1B36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001" y="6899546"/>
            <a:ext cx="2728399" cy="410369"/>
          </a:xfrm>
          <a:prstGeom prst="rect">
            <a:avLst/>
          </a:prstGeom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ED0673B1-4059-2926-031A-038BD8E80E54}"/>
              </a:ext>
            </a:extLst>
          </p:cNvPr>
          <p:cNvSpPr txBox="1"/>
          <p:nvPr/>
        </p:nvSpPr>
        <p:spPr>
          <a:xfrm>
            <a:off x="304800" y="6871369"/>
            <a:ext cx="418181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359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WEAK COUPLING:</a:t>
            </a:r>
          </a:p>
        </p:txBody>
      </p:sp>
      <p:sp>
        <p:nvSpPr>
          <p:cNvPr id="7" name="Cerrar llave 6">
            <a:extLst>
              <a:ext uri="{FF2B5EF4-FFF2-40B4-BE49-F238E27FC236}">
                <a16:creationId xmlns:a16="http://schemas.microsoft.com/office/drawing/2014/main" id="{4322BD78-EBDC-2299-F604-746374784DBD}"/>
              </a:ext>
            </a:extLst>
          </p:cNvPr>
          <p:cNvSpPr/>
          <p:nvPr/>
        </p:nvSpPr>
        <p:spPr>
          <a:xfrm rot="5400000">
            <a:off x="10164581" y="7739579"/>
            <a:ext cx="260578" cy="2117860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6172820F-740A-BF5E-6193-F153B95240E8}"/>
              </a:ext>
            </a:extLst>
          </p:cNvPr>
          <p:cNvSpPr txBox="1"/>
          <p:nvPr/>
        </p:nvSpPr>
        <p:spPr>
          <a:xfrm>
            <a:off x="1800762" y="9056882"/>
            <a:ext cx="6553200" cy="47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30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FLUXONIUM (Artificial atom)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FBCFC6D4-A400-15B2-038F-0FC2787879A2}"/>
              </a:ext>
            </a:extLst>
          </p:cNvPr>
          <p:cNvSpPr txBox="1"/>
          <p:nvPr/>
        </p:nvSpPr>
        <p:spPr>
          <a:xfrm>
            <a:off x="8690688" y="9056882"/>
            <a:ext cx="2486703" cy="47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30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EM FIELD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BFD7966B-DE38-B06A-3B99-CD6482E57E27}"/>
              </a:ext>
            </a:extLst>
          </p:cNvPr>
          <p:cNvSpPr txBox="1"/>
          <p:nvPr/>
        </p:nvSpPr>
        <p:spPr>
          <a:xfrm>
            <a:off x="11658600" y="9056882"/>
            <a:ext cx="5043874" cy="47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30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INT. FLUXONIUM-FIELD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3DECF2AB-A02A-3A7E-4A81-258B91FA1E7B}"/>
              </a:ext>
            </a:extLst>
          </p:cNvPr>
          <p:cNvSpPr/>
          <p:nvPr/>
        </p:nvSpPr>
        <p:spPr>
          <a:xfrm rot="5400000">
            <a:off x="5638872" y="6683869"/>
            <a:ext cx="304653" cy="4267201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73A289A6-10A1-BD76-15C3-2E421765A458}"/>
              </a:ext>
            </a:extLst>
          </p:cNvPr>
          <p:cNvSpPr/>
          <p:nvPr/>
        </p:nvSpPr>
        <p:spPr>
          <a:xfrm rot="5400000">
            <a:off x="14043067" y="6956611"/>
            <a:ext cx="308022" cy="3636347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44677B70-304B-0AC8-4FC6-DF459966A58D}"/>
              </a:ext>
            </a:extLst>
          </p:cNvPr>
          <p:cNvSpPr txBox="1"/>
          <p:nvPr/>
        </p:nvSpPr>
        <p:spPr>
          <a:xfrm>
            <a:off x="8730294" y="6895455"/>
            <a:ext cx="272839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 b="1" spc="320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Circuit QED</a:t>
            </a: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1343E6A5-B7C7-3581-82DF-D554FD362AD3}"/>
              </a:ext>
            </a:extLst>
          </p:cNvPr>
          <p:cNvSpPr txBox="1"/>
          <p:nvPr/>
        </p:nvSpPr>
        <p:spPr>
          <a:xfrm>
            <a:off x="304800" y="9838305"/>
            <a:ext cx="8076776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Blais A. et al. Rev. Mod. Phys. </a:t>
            </a:r>
            <a:r>
              <a:rPr lang="en-US" sz="2800" b="1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93</a:t>
            </a:r>
            <a:r>
              <a:rPr lang="en-US" sz="28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. 025005 (2021) 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E28DE91-3B43-FFCE-3446-B7CBB85EC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104" y="7750667"/>
            <a:ext cx="14344592" cy="908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E721CAD3-E8DF-DE88-A6A6-4752F5C7BC6B}"/>
              </a:ext>
            </a:extLst>
          </p:cNvPr>
          <p:cNvSpPr txBox="1"/>
          <p:nvPr/>
        </p:nvSpPr>
        <p:spPr>
          <a:xfrm>
            <a:off x="0" y="2418321"/>
            <a:ext cx="2969225" cy="503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36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FLUXONIUM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76585B-7F6C-7429-6DEA-43B07C1A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9700021-1151-1F23-86D9-BD3DD59E7B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46" y="2328102"/>
            <a:ext cx="7275821" cy="39445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6C83057-4713-9D4B-36F7-FC53020D47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38" t="33107" r="19049" b="26633"/>
          <a:stretch>
            <a:fillRect/>
          </a:stretch>
        </p:blipFill>
        <p:spPr>
          <a:xfrm>
            <a:off x="8930947" y="4384964"/>
            <a:ext cx="2177073" cy="762000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8F3D3A3A-4E83-CF25-A4B4-C3A229E4C0F6}"/>
              </a:ext>
            </a:extLst>
          </p:cNvPr>
          <p:cNvSpPr txBox="1"/>
          <p:nvPr/>
        </p:nvSpPr>
        <p:spPr>
          <a:xfrm>
            <a:off x="1828800" y="527710"/>
            <a:ext cx="141732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READOUT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BB286469-EAAB-37FB-2A92-3D705D82D1FC}"/>
              </a:ext>
            </a:extLst>
          </p:cNvPr>
          <p:cNvSpPr txBox="1"/>
          <p:nvPr/>
        </p:nvSpPr>
        <p:spPr>
          <a:xfrm>
            <a:off x="5544796" y="2400300"/>
            <a:ext cx="2969225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36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RESONATOR</a:t>
            </a:r>
          </a:p>
        </p:txBody>
      </p:sp>
    </p:spTree>
    <p:extLst>
      <p:ext uri="{BB962C8B-B14F-4D97-AF65-F5344CB8AC3E}">
        <p14:creationId xmlns:p14="http://schemas.microsoft.com/office/powerpoint/2010/main" val="1008224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3AF12-BB16-33D5-C3D7-76652101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EF45EF92-0458-371E-409B-5BA3F03A62CD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A9CE1D25-CF1C-1B5F-5DBE-6A05FA0371A0}"/>
              </a:ext>
            </a:extLst>
          </p:cNvPr>
          <p:cNvSpPr txBox="1"/>
          <p:nvPr/>
        </p:nvSpPr>
        <p:spPr>
          <a:xfrm>
            <a:off x="1828800" y="527710"/>
            <a:ext cx="141732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 IMPLEMENTATION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A24AFC1A-1C9D-969C-78C2-D0064F56E4BA}"/>
              </a:ext>
            </a:extLst>
          </p:cNvPr>
          <p:cNvSpPr txBox="1"/>
          <p:nvPr/>
        </p:nvSpPr>
        <p:spPr>
          <a:xfrm>
            <a:off x="1028700" y="2214276"/>
            <a:ext cx="1223009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359" noProof="0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What do we need to build a fluxonium qubit?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4E42E91-E1B3-3F94-2B14-A481A71C0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3387599"/>
            <a:ext cx="6093595" cy="47407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F6FD481-A7BC-5D01-95A2-126403319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340" y="4440984"/>
            <a:ext cx="1866900" cy="1004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F0D7E64-6520-74B1-9BA0-00FD368AD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6814049"/>
            <a:ext cx="2125980" cy="42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3247C3E-EEA2-FBFE-DEF5-D76A94C51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790" y="8609033"/>
            <a:ext cx="2032000" cy="115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echa derecha 5">
            <a:extLst>
              <a:ext uri="{FF2B5EF4-FFF2-40B4-BE49-F238E27FC236}">
                <a16:creationId xmlns:a16="http://schemas.microsoft.com/office/drawing/2014/main" id="{76424A1B-5446-7FB5-F859-844777F504E0}"/>
              </a:ext>
            </a:extLst>
          </p:cNvPr>
          <p:cNvSpPr/>
          <p:nvPr/>
        </p:nvSpPr>
        <p:spPr>
          <a:xfrm>
            <a:off x="7375254" y="4824699"/>
            <a:ext cx="4114800" cy="18609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Flecha derecha 8">
            <a:extLst>
              <a:ext uri="{FF2B5EF4-FFF2-40B4-BE49-F238E27FC236}">
                <a16:creationId xmlns:a16="http://schemas.microsoft.com/office/drawing/2014/main" id="{22B19750-330E-9604-E70B-F7ED275AA90E}"/>
              </a:ext>
            </a:extLst>
          </p:cNvPr>
          <p:cNvSpPr/>
          <p:nvPr/>
        </p:nvSpPr>
        <p:spPr>
          <a:xfrm>
            <a:off x="7375254" y="6956200"/>
            <a:ext cx="4114800" cy="18609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Flecha derecha 10">
            <a:extLst>
              <a:ext uri="{FF2B5EF4-FFF2-40B4-BE49-F238E27FC236}">
                <a16:creationId xmlns:a16="http://schemas.microsoft.com/office/drawing/2014/main" id="{6297899B-443E-777B-0042-51F5E345C6D0}"/>
              </a:ext>
            </a:extLst>
          </p:cNvPr>
          <p:cNvSpPr/>
          <p:nvPr/>
        </p:nvSpPr>
        <p:spPr>
          <a:xfrm>
            <a:off x="7375254" y="9180750"/>
            <a:ext cx="4114800" cy="18609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9BDC6E40-F425-74CE-87D3-DF25CC9C9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068" y="4752142"/>
            <a:ext cx="1969043" cy="342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32D072F7-D19D-9932-1C5B-4F53C86FF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068" y="9105911"/>
            <a:ext cx="2743200" cy="39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51D50B7C-E507-89A6-8807-CD3ECF215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068" y="6815954"/>
            <a:ext cx="2125980" cy="45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7B437E-5B80-9055-E307-AF4B2AC3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60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C76AB8-CD36-346C-B625-8ED0146D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A34AC3D3-2B9F-4C9E-8E27-AB6421DF6AFA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4DBACF-84A6-EAA7-A091-915F1893C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3387599"/>
            <a:ext cx="6093595" cy="474075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30CB8B5-DF19-A591-49B5-56F5D513A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146" y="7274336"/>
            <a:ext cx="2667000" cy="71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lecha derecha 7">
            <a:extLst>
              <a:ext uri="{FF2B5EF4-FFF2-40B4-BE49-F238E27FC236}">
                <a16:creationId xmlns:a16="http://schemas.microsoft.com/office/drawing/2014/main" id="{BF6DA30B-4998-45B5-8480-0DC565F86E54}"/>
              </a:ext>
            </a:extLst>
          </p:cNvPr>
          <p:cNvSpPr/>
          <p:nvPr/>
        </p:nvSpPr>
        <p:spPr>
          <a:xfrm>
            <a:off x="6455046" y="7538138"/>
            <a:ext cx="4114800" cy="18609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237C5B7A-FEB1-68B6-FEFC-36BAD8762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8691948"/>
            <a:ext cx="3848100" cy="998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D1239D94-7AFA-B201-C400-2C3D6E31C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0054" y="7244922"/>
            <a:ext cx="4114800" cy="58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69497F4B-FAD4-4389-22B8-B5337F153580}"/>
              </a:ext>
            </a:extLst>
          </p:cNvPr>
          <p:cNvSpPr/>
          <p:nvPr/>
        </p:nvSpPr>
        <p:spPr>
          <a:xfrm>
            <a:off x="11125200" y="6743700"/>
            <a:ext cx="4876800" cy="1600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59D1BFCC-B4C6-8EF1-7D88-AF5AB43FB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790" y="4573332"/>
            <a:ext cx="2032000" cy="115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lecha derecha 15">
            <a:extLst>
              <a:ext uri="{FF2B5EF4-FFF2-40B4-BE49-F238E27FC236}">
                <a16:creationId xmlns:a16="http://schemas.microsoft.com/office/drawing/2014/main" id="{30B25CA5-5D92-1F7D-9525-AE9CB58DCCF1}"/>
              </a:ext>
            </a:extLst>
          </p:cNvPr>
          <p:cNvSpPr/>
          <p:nvPr/>
        </p:nvSpPr>
        <p:spPr>
          <a:xfrm>
            <a:off x="7375254" y="5145049"/>
            <a:ext cx="4114800" cy="18609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7" name="Picture 12">
            <a:extLst>
              <a:ext uri="{FF2B5EF4-FFF2-40B4-BE49-F238E27FC236}">
                <a16:creationId xmlns:a16="http://schemas.microsoft.com/office/drawing/2014/main" id="{1FDFA198-D585-8B8D-917E-F6A3CB397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068" y="5070210"/>
            <a:ext cx="2743200" cy="39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50B541-48A6-9609-0C4C-F5F4EC9E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1315F1B-07A8-9A52-8FE7-6B4CC90783F6}"/>
              </a:ext>
            </a:extLst>
          </p:cNvPr>
          <p:cNvSpPr txBox="1"/>
          <p:nvPr/>
        </p:nvSpPr>
        <p:spPr>
          <a:xfrm>
            <a:off x="1828800" y="527710"/>
            <a:ext cx="141732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 IMPLEMENTATION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5E40B520-DFCF-2F3C-CC27-B4033C57A1CC}"/>
              </a:ext>
            </a:extLst>
          </p:cNvPr>
          <p:cNvSpPr txBox="1"/>
          <p:nvPr/>
        </p:nvSpPr>
        <p:spPr>
          <a:xfrm>
            <a:off x="1028700" y="2214276"/>
            <a:ext cx="1223009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359" noProof="0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What do we need to build a fluxonium qubit?</a:t>
            </a:r>
          </a:p>
        </p:txBody>
      </p:sp>
    </p:spTree>
    <p:extLst>
      <p:ext uri="{BB962C8B-B14F-4D97-AF65-F5344CB8AC3E}">
        <p14:creationId xmlns:p14="http://schemas.microsoft.com/office/powerpoint/2010/main" val="3857541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22886-9126-465A-6A09-6F3BAD49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6EBBC585-DE57-0558-D960-4544AFDADB04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AA4A8FD9-087E-880B-6590-79F3CFBDAE5A}"/>
              </a:ext>
            </a:extLst>
          </p:cNvPr>
          <p:cNvSpPr txBox="1"/>
          <p:nvPr/>
        </p:nvSpPr>
        <p:spPr>
          <a:xfrm>
            <a:off x="1257300" y="557318"/>
            <a:ext cx="161544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 OVERVIEW OF RECENT PROGRESS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AE329F-304E-A28D-620F-6F1CB3F16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353491"/>
            <a:ext cx="6125747" cy="672846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BBB5309-B2D0-83DD-F9BE-FD3119C00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0" y="3127183"/>
            <a:ext cx="2895600" cy="2290223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E033DC8B-59A6-BD1C-05DE-8BB3790CE921}"/>
              </a:ext>
            </a:extLst>
          </p:cNvPr>
          <p:cNvSpPr txBox="1"/>
          <p:nvPr/>
        </p:nvSpPr>
        <p:spPr>
          <a:xfrm>
            <a:off x="304800" y="9478058"/>
            <a:ext cx="10896600" cy="464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Nguyen L. et al. Phys. Rev. X. </a:t>
            </a:r>
            <a:r>
              <a:rPr lang="en-US" sz="2800" b="1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09</a:t>
            </a:r>
            <a:r>
              <a:rPr lang="en-US" sz="28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. 041041 (2019) 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624DB5A-B238-3DCC-47E5-B04BD0FB8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2363464"/>
            <a:ext cx="4943926" cy="7002953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6015DD1A-9AA9-B133-84F4-6344AB1EC514}"/>
              </a:ext>
            </a:extLst>
          </p:cNvPr>
          <p:cNvSpPr txBox="1"/>
          <p:nvPr/>
        </p:nvSpPr>
        <p:spPr>
          <a:xfrm>
            <a:off x="9486900" y="9478057"/>
            <a:ext cx="10896600" cy="464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Rieger D. et al. Nat. Mater. </a:t>
            </a:r>
            <a:r>
              <a:rPr lang="en-US" sz="2800" b="1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-US" sz="28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, 194–199 (2023)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E9C25176-658B-BF85-3C74-4B33BC67DB3E}"/>
              </a:ext>
            </a:extLst>
          </p:cNvPr>
          <p:cNvSpPr txBox="1"/>
          <p:nvPr/>
        </p:nvSpPr>
        <p:spPr>
          <a:xfrm>
            <a:off x="10625363" y="1892180"/>
            <a:ext cx="6553200" cy="47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30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GRALMONIUM 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62A85D61-7851-4063-6B6E-84CC515EA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87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54D6E-FB17-2453-8FF2-3AD9080B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áfico 24">
            <a:extLst>
              <a:ext uri="{FF2B5EF4-FFF2-40B4-BE49-F238E27FC236}">
                <a16:creationId xmlns:a16="http://schemas.microsoft.com/office/drawing/2014/main" id="{4DCB8208-5AD1-E8F1-867A-B2EEF1C7CA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258" y="5290681"/>
            <a:ext cx="4256154" cy="2402667"/>
          </a:xfrm>
          <a:prstGeom prst="rect">
            <a:avLst/>
          </a:prstGeom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AEBEE912-A772-8479-1054-4EB39F6261FB}"/>
              </a:ext>
            </a:extLst>
          </p:cNvPr>
          <p:cNvSpPr/>
          <p:nvPr/>
        </p:nvSpPr>
        <p:spPr>
          <a:xfrm>
            <a:off x="381000" y="5143500"/>
            <a:ext cx="5562600" cy="3047999"/>
          </a:xfrm>
          <a:prstGeom prst="rect">
            <a:avLst/>
          </a:prstGeom>
          <a:solidFill>
            <a:srgbClr val="EB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31FE6F6-BA80-C8FF-50E6-DDDB0CED1CF4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51B18CF3-CF06-331D-8913-8AD97C8CA14D}"/>
              </a:ext>
            </a:extLst>
          </p:cNvPr>
          <p:cNvSpPr txBox="1"/>
          <p:nvPr/>
        </p:nvSpPr>
        <p:spPr>
          <a:xfrm>
            <a:off x="1828800" y="527710"/>
            <a:ext cx="141732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DESIGN OF 4 TRANSMON CHIP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2AB58B-68EA-4E1B-5CFC-EE492DF1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C7F52066-3ACE-C906-8B8F-E4E70B90BF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389" y="2095500"/>
            <a:ext cx="17229221" cy="6096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38B82FF-6EC9-436D-CEDD-7D282C500A22}"/>
              </a:ext>
            </a:extLst>
          </p:cNvPr>
          <p:cNvSpPr/>
          <p:nvPr/>
        </p:nvSpPr>
        <p:spPr>
          <a:xfrm>
            <a:off x="15011399" y="3344518"/>
            <a:ext cx="1066800" cy="9144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EC5DB17-37DB-D5E6-1AB6-24E8A436BE4F}"/>
              </a:ext>
            </a:extLst>
          </p:cNvPr>
          <p:cNvSpPr/>
          <p:nvPr/>
        </p:nvSpPr>
        <p:spPr>
          <a:xfrm>
            <a:off x="4876800" y="3314700"/>
            <a:ext cx="1066800" cy="9144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9720F1E-73AB-72BA-1634-53BFEAD49CA6}"/>
              </a:ext>
            </a:extLst>
          </p:cNvPr>
          <p:cNvSpPr/>
          <p:nvPr/>
        </p:nvSpPr>
        <p:spPr>
          <a:xfrm>
            <a:off x="2286000" y="6896100"/>
            <a:ext cx="1066800" cy="9144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5FBEF79-09DE-FFC5-DDCD-521E5BEF15CE}"/>
              </a:ext>
            </a:extLst>
          </p:cNvPr>
          <p:cNvSpPr/>
          <p:nvPr/>
        </p:nvSpPr>
        <p:spPr>
          <a:xfrm>
            <a:off x="12420600" y="6896100"/>
            <a:ext cx="1066800" cy="9144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61E36B5-9F4D-50D6-54E9-924B5385A8DE}"/>
              </a:ext>
            </a:extLst>
          </p:cNvPr>
          <p:cNvSpPr txBox="1"/>
          <p:nvPr/>
        </p:nvSpPr>
        <p:spPr>
          <a:xfrm>
            <a:off x="5004479" y="2133600"/>
            <a:ext cx="8114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400" dirty="0">
                <a:solidFill>
                  <a:srgbClr val="FF0000"/>
                </a:solidFill>
                <a:latin typeface="LM Roman 10" pitchFamily="2" charset="77"/>
              </a:rPr>
              <a:t>Q</a:t>
            </a:r>
            <a:r>
              <a:rPr lang="es-AR" sz="4400" baseline="-25000" dirty="0">
                <a:solidFill>
                  <a:srgbClr val="FF0000"/>
                </a:solidFill>
                <a:latin typeface="LM Roman 10" pitchFamily="2" charset="77"/>
              </a:rPr>
              <a:t>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0B941A5-4F0F-2C44-B303-B7B14267366C}"/>
              </a:ext>
            </a:extLst>
          </p:cNvPr>
          <p:cNvSpPr txBox="1"/>
          <p:nvPr/>
        </p:nvSpPr>
        <p:spPr>
          <a:xfrm>
            <a:off x="15139079" y="2095500"/>
            <a:ext cx="8114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400" dirty="0">
                <a:solidFill>
                  <a:srgbClr val="FF0000"/>
                </a:solidFill>
                <a:latin typeface="LM Roman 10" pitchFamily="2" charset="77"/>
              </a:rPr>
              <a:t>Q</a:t>
            </a:r>
            <a:r>
              <a:rPr lang="es-AR" sz="4400" baseline="-25000" dirty="0">
                <a:solidFill>
                  <a:srgbClr val="FF0000"/>
                </a:solidFill>
                <a:latin typeface="LM Roman 10" pitchFamily="2" charset="77"/>
              </a:rPr>
              <a:t>4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7755F3E-AFCE-1508-4312-E201816F5237}"/>
              </a:ext>
            </a:extLst>
          </p:cNvPr>
          <p:cNvSpPr txBox="1"/>
          <p:nvPr/>
        </p:nvSpPr>
        <p:spPr>
          <a:xfrm>
            <a:off x="2413679" y="8191500"/>
            <a:ext cx="8114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400" dirty="0">
                <a:solidFill>
                  <a:srgbClr val="FF0000"/>
                </a:solidFill>
                <a:latin typeface="LM Roman 10" pitchFamily="2" charset="77"/>
              </a:rPr>
              <a:t>Q</a:t>
            </a:r>
            <a:r>
              <a:rPr lang="es-AR" sz="4400" baseline="-25000" dirty="0">
                <a:solidFill>
                  <a:srgbClr val="FF0000"/>
                </a:solidFill>
                <a:latin typeface="LM Roman 10" pitchFamily="2" charset="77"/>
              </a:rPr>
              <a:t>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FB00B9D-40DA-259E-A40D-EE25E2CEE32B}"/>
              </a:ext>
            </a:extLst>
          </p:cNvPr>
          <p:cNvSpPr txBox="1"/>
          <p:nvPr/>
        </p:nvSpPr>
        <p:spPr>
          <a:xfrm>
            <a:off x="12629576" y="8191499"/>
            <a:ext cx="8114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400" dirty="0">
                <a:solidFill>
                  <a:srgbClr val="FF0000"/>
                </a:solidFill>
                <a:latin typeface="LM Roman 10" pitchFamily="2" charset="77"/>
              </a:rPr>
              <a:t>Q</a:t>
            </a:r>
            <a:r>
              <a:rPr lang="es-AR" sz="4400" baseline="-25000" dirty="0">
                <a:solidFill>
                  <a:srgbClr val="FF0000"/>
                </a:solidFill>
                <a:latin typeface="LM Roman 10" pitchFamily="2" charset="77"/>
              </a:rPr>
              <a:t>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185F678-1897-F22F-9C18-DDE7BE3345BA}"/>
              </a:ext>
            </a:extLst>
          </p:cNvPr>
          <p:cNvSpPr/>
          <p:nvPr/>
        </p:nvSpPr>
        <p:spPr>
          <a:xfrm>
            <a:off x="2819400" y="3906078"/>
            <a:ext cx="2057400" cy="1542222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045FE52-AF29-C8D7-50FD-072EB15F86B6}"/>
              </a:ext>
            </a:extLst>
          </p:cNvPr>
          <p:cNvSpPr/>
          <p:nvPr/>
        </p:nvSpPr>
        <p:spPr>
          <a:xfrm>
            <a:off x="13081679" y="3911048"/>
            <a:ext cx="2057400" cy="1542222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DEF87FE-ACCB-257F-0B14-CBE2EEEB4AD9}"/>
              </a:ext>
            </a:extLst>
          </p:cNvPr>
          <p:cNvSpPr/>
          <p:nvPr/>
        </p:nvSpPr>
        <p:spPr>
          <a:xfrm>
            <a:off x="13487399" y="5671930"/>
            <a:ext cx="2057400" cy="1542222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F0FA24D-11C8-5465-B599-97E3934CBF3F}"/>
              </a:ext>
            </a:extLst>
          </p:cNvPr>
          <p:cNvSpPr/>
          <p:nvPr/>
        </p:nvSpPr>
        <p:spPr>
          <a:xfrm>
            <a:off x="3052011" y="5657021"/>
            <a:ext cx="2057400" cy="1542222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133F87E-0CFC-0C59-15CF-006CA3942079}"/>
              </a:ext>
            </a:extLst>
          </p:cNvPr>
          <p:cNvSpPr txBox="1"/>
          <p:nvPr/>
        </p:nvSpPr>
        <p:spPr>
          <a:xfrm>
            <a:off x="1892302" y="5491396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400" dirty="0">
                <a:solidFill>
                  <a:srgbClr val="00B050"/>
                </a:solidFill>
                <a:latin typeface="LM Roman 10" pitchFamily="2" charset="77"/>
              </a:rPr>
              <a:t>R</a:t>
            </a:r>
            <a:r>
              <a:rPr lang="es-AR" sz="4400" baseline="-25000" dirty="0">
                <a:solidFill>
                  <a:srgbClr val="00B050"/>
                </a:solidFill>
                <a:latin typeface="LM Roman 10" pitchFamily="2" charset="77"/>
              </a:rPr>
              <a:t>1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0A9CFCC-E948-7043-0F3A-91E10ACD5CFB}"/>
              </a:ext>
            </a:extLst>
          </p:cNvPr>
          <p:cNvSpPr txBox="1"/>
          <p:nvPr/>
        </p:nvSpPr>
        <p:spPr>
          <a:xfrm>
            <a:off x="12026902" y="565702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400" dirty="0">
                <a:solidFill>
                  <a:srgbClr val="00B050"/>
                </a:solidFill>
                <a:latin typeface="LM Roman 10" pitchFamily="2" charset="77"/>
              </a:rPr>
              <a:t>R</a:t>
            </a:r>
            <a:r>
              <a:rPr lang="es-AR" sz="4400" baseline="-25000" dirty="0">
                <a:solidFill>
                  <a:srgbClr val="00B050"/>
                </a:solidFill>
                <a:latin typeface="LM Roman 10" pitchFamily="2" charset="77"/>
              </a:rPr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F8D504B-FAE2-E734-958F-3EAC2AC6A502}"/>
              </a:ext>
            </a:extLst>
          </p:cNvPr>
          <p:cNvSpPr txBox="1"/>
          <p:nvPr/>
        </p:nvSpPr>
        <p:spPr>
          <a:xfrm>
            <a:off x="1892302" y="3478696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400" dirty="0">
                <a:solidFill>
                  <a:srgbClr val="00B050"/>
                </a:solidFill>
                <a:latin typeface="LM Roman 10" pitchFamily="2" charset="77"/>
              </a:rPr>
              <a:t>R</a:t>
            </a:r>
            <a:r>
              <a:rPr lang="es-AR" sz="4400" baseline="-25000" dirty="0">
                <a:solidFill>
                  <a:srgbClr val="00B050"/>
                </a:solidFill>
                <a:latin typeface="LM Roman 10" pitchFamily="2" charset="77"/>
              </a:rPr>
              <a:t>2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3D3186F-9A4D-88AA-8D1A-D09B1796EBEA}"/>
              </a:ext>
            </a:extLst>
          </p:cNvPr>
          <p:cNvSpPr txBox="1"/>
          <p:nvPr/>
        </p:nvSpPr>
        <p:spPr>
          <a:xfrm>
            <a:off x="12014879" y="455876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400" dirty="0">
                <a:solidFill>
                  <a:srgbClr val="00B050"/>
                </a:solidFill>
                <a:latin typeface="LM Roman 10" pitchFamily="2" charset="77"/>
              </a:rPr>
              <a:t>R</a:t>
            </a:r>
            <a:r>
              <a:rPr lang="es-AR" sz="4400" baseline="-25000" dirty="0">
                <a:solidFill>
                  <a:srgbClr val="00B050"/>
                </a:solidFill>
                <a:latin typeface="LM Roman 10" pitchFamily="2" charset="7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69520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9DB6A-A976-DE03-7888-F19286C0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31DBD349-942F-62A2-64DF-794476DC4805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063739-4981-B3C4-A12C-1161A7C7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F0C15F9-C99D-4051-D91A-1E9A94933C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2933700"/>
            <a:ext cx="10393680" cy="5867400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F5E0FC2B-4603-7530-C687-5929D6D9651E}"/>
              </a:ext>
            </a:extLst>
          </p:cNvPr>
          <p:cNvSpPr/>
          <p:nvPr/>
        </p:nvSpPr>
        <p:spPr>
          <a:xfrm>
            <a:off x="4953000" y="7200900"/>
            <a:ext cx="1981200" cy="20574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7F376BD-B4F5-725A-8356-2049CAB8A5CF}"/>
              </a:ext>
            </a:extLst>
          </p:cNvPr>
          <p:cNvSpPr/>
          <p:nvPr/>
        </p:nvSpPr>
        <p:spPr>
          <a:xfrm>
            <a:off x="2209800" y="3013849"/>
            <a:ext cx="4267199" cy="3729851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1" name="Gráfico 30">
            <a:extLst>
              <a:ext uri="{FF2B5EF4-FFF2-40B4-BE49-F238E27FC236}">
                <a16:creationId xmlns:a16="http://schemas.microsoft.com/office/drawing/2014/main" id="{C362C713-2A68-1B17-7545-8AB20A01E2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8877" y="2932042"/>
            <a:ext cx="5727123" cy="6827248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0035F86B-0E69-5ECA-2144-261F4D5C6A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5799" y="4900545"/>
            <a:ext cx="3569276" cy="2953884"/>
          </a:xfrm>
          <a:prstGeom prst="rect">
            <a:avLst/>
          </a:prstGeom>
        </p:spPr>
      </p:pic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B6B4D264-E0B1-659F-FCFB-021F5B5BE7E2}"/>
              </a:ext>
            </a:extLst>
          </p:cNvPr>
          <p:cNvCxnSpPr>
            <a:cxnSpLocks/>
          </p:cNvCxnSpPr>
          <p:nvPr/>
        </p:nvCxnSpPr>
        <p:spPr>
          <a:xfrm flipV="1">
            <a:off x="6096000" y="5372100"/>
            <a:ext cx="2241838" cy="3276600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67450A72-8A42-4C14-7248-C322D0914222}"/>
              </a:ext>
            </a:extLst>
          </p:cNvPr>
          <p:cNvCxnSpPr>
            <a:cxnSpLocks/>
          </p:cNvCxnSpPr>
          <p:nvPr/>
        </p:nvCxnSpPr>
        <p:spPr>
          <a:xfrm flipV="1">
            <a:off x="6096000" y="7889580"/>
            <a:ext cx="5702877" cy="987720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E71E9A99-5084-1640-00C1-7799806301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8311" y="1247046"/>
            <a:ext cx="2846507" cy="1414344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D6545548-AE7A-C580-F933-A29D024720FA}"/>
              </a:ext>
            </a:extLst>
          </p:cNvPr>
          <p:cNvSpPr txBox="1"/>
          <p:nvPr/>
        </p:nvSpPr>
        <p:spPr>
          <a:xfrm>
            <a:off x="1257300" y="410567"/>
            <a:ext cx="141732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TRANSMON EXAMPLE</a:t>
            </a:r>
          </a:p>
        </p:txBody>
      </p:sp>
    </p:spTree>
    <p:extLst>
      <p:ext uri="{BB962C8B-B14F-4D97-AF65-F5344CB8AC3E}">
        <p14:creationId xmlns:p14="http://schemas.microsoft.com/office/powerpoint/2010/main" val="3333665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B17262-D403-8861-3995-2F2502170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2F48AB00-9ECC-CDCF-8493-B3EC676B388B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15C696-F4D8-2C04-33C5-46582A43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2F17F75-D11B-7D13-7272-1A8A79163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" y="3009900"/>
            <a:ext cx="10393680" cy="5867400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5B7A6848-28F5-6A9A-0E27-7FBCB35AA587}"/>
              </a:ext>
            </a:extLst>
          </p:cNvPr>
          <p:cNvSpPr/>
          <p:nvPr/>
        </p:nvSpPr>
        <p:spPr>
          <a:xfrm>
            <a:off x="4648200" y="7277100"/>
            <a:ext cx="1981200" cy="20574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79931AF-25ED-DCA5-12B2-BF01082DF43A}"/>
              </a:ext>
            </a:extLst>
          </p:cNvPr>
          <p:cNvSpPr/>
          <p:nvPr/>
        </p:nvSpPr>
        <p:spPr>
          <a:xfrm>
            <a:off x="1905000" y="3090049"/>
            <a:ext cx="4267199" cy="3729851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2EA920-781D-A745-DFF1-1148DAFD6D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1203993"/>
            <a:ext cx="6350000" cy="4480736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F8E5819-75A4-0625-98CB-DF54360E9CB7}"/>
              </a:ext>
            </a:extLst>
          </p:cNvPr>
          <p:cNvCxnSpPr>
            <a:cxnSpLocks/>
          </p:cNvCxnSpPr>
          <p:nvPr/>
        </p:nvCxnSpPr>
        <p:spPr>
          <a:xfrm flipV="1">
            <a:off x="6172199" y="1148296"/>
            <a:ext cx="5410200" cy="1941753"/>
          </a:xfrm>
          <a:prstGeom prst="line">
            <a:avLst/>
          </a:prstGeom>
          <a:ln w="38100">
            <a:solidFill>
              <a:srgbClr val="06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77394A6-D88D-3EDA-057C-A4BC8DCDDEC7}"/>
              </a:ext>
            </a:extLst>
          </p:cNvPr>
          <p:cNvCxnSpPr>
            <a:cxnSpLocks/>
          </p:cNvCxnSpPr>
          <p:nvPr/>
        </p:nvCxnSpPr>
        <p:spPr>
          <a:xfrm flipV="1">
            <a:off x="6172198" y="5727859"/>
            <a:ext cx="5410201" cy="1092041"/>
          </a:xfrm>
          <a:prstGeom prst="line">
            <a:avLst/>
          </a:prstGeom>
          <a:ln w="38100">
            <a:solidFill>
              <a:srgbClr val="06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BA74988-54E4-AF79-C45E-5D825D7EB97E}"/>
              </a:ext>
            </a:extLst>
          </p:cNvPr>
          <p:cNvSpPr/>
          <p:nvPr/>
        </p:nvSpPr>
        <p:spPr>
          <a:xfrm>
            <a:off x="11582400" y="1148296"/>
            <a:ext cx="6350000" cy="4592131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91EA316-B4E0-7272-85D5-3BF02B0273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680" y="6202787"/>
            <a:ext cx="5216434" cy="3761852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487D1D2C-CE72-68B4-FFA5-C636408D5568}"/>
              </a:ext>
            </a:extLst>
          </p:cNvPr>
          <p:cNvSpPr/>
          <p:nvPr/>
        </p:nvSpPr>
        <p:spPr>
          <a:xfrm>
            <a:off x="12300857" y="6226735"/>
            <a:ext cx="5254171" cy="394596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19CBCD87-CE62-A7C1-7463-47AE4E019BFE}"/>
              </a:ext>
            </a:extLst>
          </p:cNvPr>
          <p:cNvCxnSpPr>
            <a:cxnSpLocks/>
          </p:cNvCxnSpPr>
          <p:nvPr/>
        </p:nvCxnSpPr>
        <p:spPr>
          <a:xfrm>
            <a:off x="6629400" y="9334500"/>
            <a:ext cx="5669280" cy="83820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9DE53CC5-ACD1-37BA-9F22-F96B688E9E65}"/>
              </a:ext>
            </a:extLst>
          </p:cNvPr>
          <p:cNvCxnSpPr>
            <a:cxnSpLocks/>
          </p:cNvCxnSpPr>
          <p:nvPr/>
        </p:nvCxnSpPr>
        <p:spPr>
          <a:xfrm flipV="1">
            <a:off x="6627223" y="6226735"/>
            <a:ext cx="5631543" cy="1050365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Ansys Maxwell - Parametric Design">
            <a:extLst>
              <a:ext uri="{FF2B5EF4-FFF2-40B4-BE49-F238E27FC236}">
                <a16:creationId xmlns:a16="http://schemas.microsoft.com/office/drawing/2014/main" id="{85E708B4-76E1-D6E9-914D-EB4174282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85825" y="143142"/>
            <a:ext cx="2343150" cy="76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E41B6D-6E29-79F5-4038-B7EFF28EAEAC}"/>
              </a:ext>
            </a:extLst>
          </p:cNvPr>
          <p:cNvSpPr txBox="1"/>
          <p:nvPr/>
        </p:nvSpPr>
        <p:spPr>
          <a:xfrm>
            <a:off x="1257300" y="410567"/>
            <a:ext cx="141732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TRANSMON EXAMPLE</a:t>
            </a:r>
          </a:p>
        </p:txBody>
      </p:sp>
    </p:spTree>
    <p:extLst>
      <p:ext uri="{BB962C8B-B14F-4D97-AF65-F5344CB8AC3E}">
        <p14:creationId xmlns:p14="http://schemas.microsoft.com/office/powerpoint/2010/main" val="3565255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5332C-DB05-05BE-BBF4-0E1835E6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7DDCF0DF-8FB2-B9C5-7095-16892880641D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BD16EF-1950-5F57-DA5D-C158DCA8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A61C3B-D18E-487A-4528-73069C5AD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876300"/>
            <a:ext cx="15909881" cy="852254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20D988C-5AA9-1E1A-BC67-268322A15EF2}"/>
              </a:ext>
            </a:extLst>
          </p:cNvPr>
          <p:cNvSpPr/>
          <p:nvPr/>
        </p:nvSpPr>
        <p:spPr>
          <a:xfrm>
            <a:off x="4038600" y="5295900"/>
            <a:ext cx="11049000" cy="3810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0B8643E-171F-3857-DB72-8E5D43E740E7}"/>
              </a:ext>
            </a:extLst>
          </p:cNvPr>
          <p:cNvSpPr/>
          <p:nvPr/>
        </p:nvSpPr>
        <p:spPr>
          <a:xfrm>
            <a:off x="3124200" y="5684799"/>
            <a:ext cx="11963400" cy="3810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32F39C6-A6BE-7250-8ECB-19B246E36BBF}"/>
              </a:ext>
            </a:extLst>
          </p:cNvPr>
          <p:cNvSpPr/>
          <p:nvPr/>
        </p:nvSpPr>
        <p:spPr>
          <a:xfrm>
            <a:off x="3122645" y="6073698"/>
            <a:ext cx="2598234" cy="3810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BEBEBCE-04E9-A682-85EA-A2A85BB553F3}"/>
              </a:ext>
            </a:extLst>
          </p:cNvPr>
          <p:cNvSpPr/>
          <p:nvPr/>
        </p:nvSpPr>
        <p:spPr>
          <a:xfrm>
            <a:off x="8001000" y="6591300"/>
            <a:ext cx="7086600" cy="3810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F1459EB-39FE-3C01-08C8-A878DC007307}"/>
              </a:ext>
            </a:extLst>
          </p:cNvPr>
          <p:cNvSpPr/>
          <p:nvPr/>
        </p:nvSpPr>
        <p:spPr>
          <a:xfrm>
            <a:off x="3122644" y="6958473"/>
            <a:ext cx="9602755" cy="3810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74851DC-5E9B-6CC4-A8BB-CAAD6D007D56}"/>
              </a:ext>
            </a:extLst>
          </p:cNvPr>
          <p:cNvSpPr/>
          <p:nvPr/>
        </p:nvSpPr>
        <p:spPr>
          <a:xfrm>
            <a:off x="4304523" y="7851147"/>
            <a:ext cx="8954278" cy="3810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11927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46504-207E-161E-9DE7-CA2A13C1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26F08676-1426-336E-B00A-827B4120AFA6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B3E018-1334-9D5B-3F8E-B56CCA2C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4D60FD3-2697-E98B-7600-0CA5CFCAF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53" y="830251"/>
            <a:ext cx="16059150" cy="862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907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3AAB2-E9C8-7C15-3D2E-55D5FB05C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B047AA2E-2D31-7671-9F95-022017430243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A63015-1CD3-060F-7159-ABCA1E8D2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486274E-C89F-224B-BFB8-5024F5F10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676" y="201719"/>
            <a:ext cx="14757150" cy="4460249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FA12B266-F737-7CF9-D8F0-2DD8EB5EA6DB}"/>
              </a:ext>
            </a:extLst>
          </p:cNvPr>
          <p:cNvSpPr txBox="1"/>
          <p:nvPr/>
        </p:nvSpPr>
        <p:spPr>
          <a:xfrm>
            <a:off x="0" y="9821871"/>
            <a:ext cx="1223009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s-ES_tradnl" sz="3000" spc="359" noProof="0" dirty="0" err="1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DoF</a:t>
            </a:r>
            <a:r>
              <a:rPr lang="es-ES_tradnl" sz="3000" spc="359" noProof="0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: Degree </a:t>
            </a:r>
            <a:r>
              <a:rPr lang="es-ES_tradnl" sz="3000" spc="359" noProof="0" dirty="0" err="1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of</a:t>
            </a:r>
            <a:r>
              <a:rPr lang="es-ES_tradnl" sz="3000" spc="359" noProof="0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 Freedom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120CDA1-0A80-F21E-F15D-F3A9D21CE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080" y="9280236"/>
            <a:ext cx="5563755" cy="10033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39484FF-C3CD-85AC-E652-2F73DA949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6536" y="9248338"/>
            <a:ext cx="5591464" cy="100359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C794378-8824-E9FC-AD4D-FD63206164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6040" y="4973195"/>
            <a:ext cx="14791786" cy="422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74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5CF727-D0E5-A54C-96ED-827B0EE4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2964D877-AB77-B12A-19D1-1CD4EAD16772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EB50E6-2F5B-D5D0-EFBD-AE9B6F3D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D009E5C-89A0-F1FD-9726-52BABCD09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54621"/>
            <a:ext cx="10896600" cy="9772736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6F0FEFB-3A82-C109-D551-BDD968F16587}"/>
              </a:ext>
            </a:extLst>
          </p:cNvPr>
          <p:cNvSpPr/>
          <p:nvPr/>
        </p:nvSpPr>
        <p:spPr>
          <a:xfrm>
            <a:off x="3810000" y="1257300"/>
            <a:ext cx="10058400" cy="16764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E3F337C-D665-7042-DB7B-E8621919506E}"/>
              </a:ext>
            </a:extLst>
          </p:cNvPr>
          <p:cNvSpPr/>
          <p:nvPr/>
        </p:nvSpPr>
        <p:spPr>
          <a:xfrm>
            <a:off x="3835400" y="5524500"/>
            <a:ext cx="10058400" cy="16764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7033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D4345-13A6-92C9-37DB-1C42E2E1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D36C0011-D93C-EE0C-DD48-C21450C57D65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49DD26-287C-2F1E-3477-00BF0EFE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F6EC86-A929-DD3A-BB3F-D7504FAF4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983673"/>
            <a:ext cx="7388758" cy="4191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4E29C5E-3E18-AE30-869F-0FA968A9E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983672"/>
            <a:ext cx="7086600" cy="430005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835FD63-EAF3-6704-ABBA-3F9898C92E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0102" y="5588189"/>
            <a:ext cx="3452498" cy="34353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70467AD-9216-02C1-2A9A-D80AFAA104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6802" y="5570970"/>
            <a:ext cx="3452498" cy="346978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0C482B1-CD15-9A33-B1C8-10319C3ABC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799" y="5283725"/>
            <a:ext cx="7853995" cy="44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263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6A3DB-8344-16C6-D299-197AB5946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39239F34-FADD-4452-9ACB-54DCECCE25BA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8F13B9-5B0C-2D4B-DD40-44384B11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21A6D5DB-5ECA-547A-1584-16B5731A540D}"/>
              </a:ext>
            </a:extLst>
          </p:cNvPr>
          <p:cNvSpPr txBox="1"/>
          <p:nvPr/>
        </p:nvSpPr>
        <p:spPr>
          <a:xfrm>
            <a:off x="1828800" y="527710"/>
            <a:ext cx="141732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CAPACITANCE EXTRACTION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C9046EF-1590-36D9-6752-CBE89AA55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427615"/>
            <a:ext cx="7696200" cy="555444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0D72D8C-9D0C-5B1A-3442-EE58946661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63"/>
          <a:stretch>
            <a:fillRect/>
          </a:stretch>
        </p:blipFill>
        <p:spPr>
          <a:xfrm>
            <a:off x="8763000" y="1874368"/>
            <a:ext cx="5867400" cy="639995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B9A33D4-8E31-B6B4-CF57-DDEE88D664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096" t="8644"/>
          <a:stretch>
            <a:fillRect/>
          </a:stretch>
        </p:blipFill>
        <p:spPr>
          <a:xfrm>
            <a:off x="14767368" y="2212680"/>
            <a:ext cx="3368232" cy="121070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0BB3483-DCD0-C42B-FC09-6E2E5BB95A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243" y="8274319"/>
            <a:ext cx="12251913" cy="200964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F111D89-08F3-7AC5-5D36-25B0AC8EC8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644" r="62614"/>
          <a:stretch>
            <a:fillRect/>
          </a:stretch>
        </p:blipFill>
        <p:spPr>
          <a:xfrm>
            <a:off x="183874" y="1472255"/>
            <a:ext cx="2102126" cy="121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59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EEC0B-4C2B-EADD-0A92-3F370133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9EFDD8AB-505C-C0BE-E64A-CD242CB08DBC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EB3390-E7F5-10F1-6018-59AA58556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4BB2F1A-31E7-FA4B-B0B7-645E08F9A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438" y="3702684"/>
            <a:ext cx="7255780" cy="6470016"/>
          </a:xfrm>
          <a:prstGeom prst="rect">
            <a:avLst/>
          </a:prstGeom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EF22B9F0-396E-EADC-3726-4BADE625CE41}"/>
              </a:ext>
            </a:extLst>
          </p:cNvPr>
          <p:cNvSpPr txBox="1"/>
          <p:nvPr/>
        </p:nvSpPr>
        <p:spPr>
          <a:xfrm>
            <a:off x="654052" y="2888923"/>
            <a:ext cx="1223009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s-ES_tradnl" sz="3000" b="1" spc="359" noProof="0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RESONADORES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3BBFAB3-F2E6-F51E-DED8-BF0F392A6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185" y="3702684"/>
            <a:ext cx="7853777" cy="6470016"/>
          </a:xfrm>
          <a:prstGeom prst="rect">
            <a:avLst/>
          </a:prstGeom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2DA5E60E-2FD4-458F-DD3D-BBA56E68E668}"/>
              </a:ext>
            </a:extLst>
          </p:cNvPr>
          <p:cNvSpPr txBox="1"/>
          <p:nvPr/>
        </p:nvSpPr>
        <p:spPr>
          <a:xfrm>
            <a:off x="1485900" y="266700"/>
            <a:ext cx="16148048" cy="2026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COMPARISON BETWEEN SIMULATION AND EXPERIMENTS</a:t>
            </a:r>
          </a:p>
        </p:txBody>
      </p:sp>
    </p:spTree>
    <p:extLst>
      <p:ext uri="{BB962C8B-B14F-4D97-AF65-F5344CB8AC3E}">
        <p14:creationId xmlns:p14="http://schemas.microsoft.com/office/powerpoint/2010/main" val="1413310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D7749-685C-4505-207C-241A3B04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44AE5A24-4B84-3CE6-8A1A-54775BF3C770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2C071C-2C23-D363-786B-D50490E0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273DA16-09BD-6F65-E2A1-9CEC34A868BC}"/>
              </a:ext>
            </a:extLst>
          </p:cNvPr>
          <p:cNvSpPr txBox="1"/>
          <p:nvPr/>
        </p:nvSpPr>
        <p:spPr>
          <a:xfrm>
            <a:off x="1485900" y="266700"/>
            <a:ext cx="16148048" cy="2026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COMPARISON BETWEEN SIMULATION AND EXPERIMENTS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0D70E3C9-C71F-C97E-A773-D90A1B7D15A4}"/>
              </a:ext>
            </a:extLst>
          </p:cNvPr>
          <p:cNvSpPr txBox="1"/>
          <p:nvPr/>
        </p:nvSpPr>
        <p:spPr>
          <a:xfrm>
            <a:off x="654052" y="2888923"/>
            <a:ext cx="1223009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s-ES_tradnl" sz="3000" b="1" spc="359" noProof="0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QUBIT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4E7984-4920-5438-580F-132904B35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40" y="3915240"/>
            <a:ext cx="16045860" cy="5071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AFB85F-E5A2-01ED-92E6-8C4E6DAAC5FC}"/>
              </a:ext>
            </a:extLst>
          </p:cNvPr>
          <p:cNvSpPr txBox="1"/>
          <p:nvPr/>
        </p:nvSpPr>
        <p:spPr>
          <a:xfrm>
            <a:off x="0" y="9821871"/>
            <a:ext cx="1223009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s-ES_tradnl" sz="3000" spc="359" noProof="0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EPR Method</a:t>
            </a:r>
          </a:p>
        </p:txBody>
      </p:sp>
    </p:spTree>
    <p:extLst>
      <p:ext uri="{BB962C8B-B14F-4D97-AF65-F5344CB8AC3E}">
        <p14:creationId xmlns:p14="http://schemas.microsoft.com/office/powerpoint/2010/main" val="28258846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01798C-3FE8-E385-1C95-0A86143EE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9">
            <a:extLst>
              <a:ext uri="{FF2B5EF4-FFF2-40B4-BE49-F238E27FC236}">
                <a16:creationId xmlns:a16="http://schemas.microsoft.com/office/drawing/2014/main" id="{5F3001C0-1EFB-AD22-0F97-61CE9F2AAFC7}"/>
              </a:ext>
            </a:extLst>
          </p:cNvPr>
          <p:cNvSpPr/>
          <p:nvPr/>
        </p:nvSpPr>
        <p:spPr>
          <a:xfrm>
            <a:off x="-219892" y="4504382"/>
            <a:ext cx="1409700" cy="1278235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31FDD3F5-608C-CE02-EC36-EAE57EB5D569}"/>
              </a:ext>
            </a:extLst>
          </p:cNvPr>
          <p:cNvGrpSpPr/>
          <p:nvPr/>
        </p:nvGrpSpPr>
        <p:grpSpPr>
          <a:xfrm>
            <a:off x="1159328" y="3819143"/>
            <a:ext cx="16366672" cy="2648714"/>
            <a:chOff x="-17869" y="-190526"/>
            <a:chExt cx="7338332" cy="3556619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20B5AF18-F62E-C696-390F-B971312518FA}"/>
                </a:ext>
              </a:extLst>
            </p:cNvPr>
            <p:cNvSpPr/>
            <p:nvPr/>
          </p:nvSpPr>
          <p:spPr>
            <a:xfrm>
              <a:off x="-17869" y="-190526"/>
              <a:ext cx="7338332" cy="3556619"/>
            </a:xfrm>
            <a:custGeom>
              <a:avLst/>
              <a:gdLst/>
              <a:ahLst/>
              <a:cxnLst/>
              <a:rect l="l" t="t" r="r" b="b"/>
              <a:pathLst>
                <a:path w="7338332" h="3556619">
                  <a:moveTo>
                    <a:pt x="0" y="0"/>
                  </a:moveTo>
                  <a:lnTo>
                    <a:pt x="0" y="3556619"/>
                  </a:lnTo>
                  <a:lnTo>
                    <a:pt x="7338332" y="3556619"/>
                  </a:lnTo>
                  <a:lnTo>
                    <a:pt x="7338332" y="0"/>
                  </a:lnTo>
                  <a:lnTo>
                    <a:pt x="0" y="0"/>
                  </a:lnTo>
                  <a:close/>
                  <a:moveTo>
                    <a:pt x="7277372" y="3495658"/>
                  </a:moveTo>
                  <a:lnTo>
                    <a:pt x="59690" y="3495658"/>
                  </a:lnTo>
                  <a:lnTo>
                    <a:pt x="59690" y="59690"/>
                  </a:lnTo>
                  <a:lnTo>
                    <a:pt x="7277372" y="59690"/>
                  </a:lnTo>
                  <a:lnTo>
                    <a:pt x="7277372" y="3495658"/>
                  </a:lnTo>
                  <a:close/>
                </a:path>
              </a:pathLst>
            </a:custGeom>
            <a:solidFill>
              <a:srgbClr val="251E20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1" name="TextBox 5">
            <a:extLst>
              <a:ext uri="{FF2B5EF4-FFF2-40B4-BE49-F238E27FC236}">
                <a16:creationId xmlns:a16="http://schemas.microsoft.com/office/drawing/2014/main" id="{E96573E6-BED6-0A2C-07C6-76C8B909081D}"/>
              </a:ext>
            </a:extLst>
          </p:cNvPr>
          <p:cNvSpPr txBox="1"/>
          <p:nvPr/>
        </p:nvSpPr>
        <p:spPr>
          <a:xfrm>
            <a:off x="5122723" y="4681834"/>
            <a:ext cx="8042553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77"/>
              </a:lnSpc>
            </a:pPr>
            <a:r>
              <a:rPr lang="en-US" sz="6525" b="1" spc="130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4E0182A-E23A-DBBD-4556-3C3729CAC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75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9F9C8-A179-8EEB-E978-DED91381F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78022775-2FAA-DE04-28C5-E253E89A56FE}"/>
              </a:ext>
            </a:extLst>
          </p:cNvPr>
          <p:cNvSpPr txBox="1"/>
          <p:nvPr/>
        </p:nvSpPr>
        <p:spPr>
          <a:xfrm>
            <a:off x="17373600" y="1047750"/>
            <a:ext cx="513755" cy="41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FB7CA4E8-816B-F840-0BE7-2F778B2892B8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F9363790-C1F4-F271-D427-E55C88642679}"/>
              </a:ext>
            </a:extLst>
          </p:cNvPr>
          <p:cNvSpPr txBox="1"/>
          <p:nvPr/>
        </p:nvSpPr>
        <p:spPr>
          <a:xfrm>
            <a:off x="1828800" y="527710"/>
            <a:ext cx="141732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GRALMONIUM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072BB56-4362-B367-B658-D21E2974E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355623"/>
            <a:ext cx="4657952" cy="6597877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28F72B98-092F-CADB-D6FB-D1615C1CCE1C}"/>
              </a:ext>
            </a:extLst>
          </p:cNvPr>
          <p:cNvSpPr txBox="1"/>
          <p:nvPr/>
        </p:nvSpPr>
        <p:spPr>
          <a:xfrm>
            <a:off x="1143000" y="9633663"/>
            <a:ext cx="10896600" cy="464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Rieger D. et al. Nat. Mater. </a:t>
            </a:r>
            <a:r>
              <a:rPr lang="en-US" sz="2800" b="1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-US" sz="2800" spc="56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, 194–199 (2023)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26CE98-4C48-FD3C-5563-BA468760C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0D8A06C-7453-7ACB-B943-FC9A872AF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851" y="2449570"/>
            <a:ext cx="8554150" cy="385025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18A85F-B345-1E5F-F3BF-084EBECB37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400300"/>
            <a:ext cx="4953000" cy="610250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4A6ADC0-3BB9-2BC7-7630-083479E9C6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7006"/>
          <a:stretch>
            <a:fillRect/>
          </a:stretch>
        </p:blipFill>
        <p:spPr>
          <a:xfrm>
            <a:off x="10986104" y="6515100"/>
            <a:ext cx="3227427" cy="290328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5602936-AA3F-F819-F003-8CF7774836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251" r="36638"/>
          <a:stretch>
            <a:fillRect/>
          </a:stretch>
        </p:blipFill>
        <p:spPr>
          <a:xfrm>
            <a:off x="14885367" y="6515101"/>
            <a:ext cx="2945433" cy="290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55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9CEE3-FD2A-DFF3-EE04-1FCED0100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5C51826E-20D2-7B75-85D4-181EC55F99D1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9B011BD5-B148-CD23-B21E-6B2D46CF2ED6}"/>
              </a:ext>
            </a:extLst>
          </p:cNvPr>
          <p:cNvSpPr txBox="1"/>
          <p:nvPr/>
        </p:nvSpPr>
        <p:spPr>
          <a:xfrm>
            <a:off x="1828800" y="527710"/>
            <a:ext cx="141732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CONSTRICCIÓN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69DB79-C4FC-69EC-E6FE-5F5852BD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CC2EDA-6FF7-8504-C707-F3A0498E8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238500"/>
            <a:ext cx="9830616" cy="460610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98C2D01-C499-9BB6-EB6E-8B10CE5A1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1228650"/>
            <a:ext cx="7467600" cy="871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78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44D3FF-76AD-5A91-EB7C-49491F47A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8">
            <a:extLst>
              <a:ext uri="{FF2B5EF4-FFF2-40B4-BE49-F238E27FC236}">
                <a16:creationId xmlns:a16="http://schemas.microsoft.com/office/drawing/2014/main" id="{FCA4AD95-0B22-1910-C407-56DD28268EAB}"/>
              </a:ext>
            </a:extLst>
          </p:cNvPr>
          <p:cNvSpPr/>
          <p:nvPr/>
        </p:nvSpPr>
        <p:spPr>
          <a:xfrm>
            <a:off x="1028700" y="-2730341"/>
            <a:ext cx="228600" cy="4191000"/>
          </a:xfrm>
          <a:prstGeom prst="rect">
            <a:avLst/>
          </a:prstGeom>
          <a:solidFill>
            <a:srgbClr val="251E20"/>
          </a:solidFill>
        </p:spPr>
        <p:txBody>
          <a:bodyPr/>
          <a:lstStyle/>
          <a:p>
            <a:endParaRPr lang="es-AR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C93CF47-5E84-807D-AD98-94D07A3571C2}"/>
              </a:ext>
            </a:extLst>
          </p:cNvPr>
          <p:cNvSpPr txBox="1"/>
          <p:nvPr/>
        </p:nvSpPr>
        <p:spPr>
          <a:xfrm>
            <a:off x="1828800" y="527710"/>
            <a:ext cx="141732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spc="144" dirty="0">
                <a:solidFill>
                  <a:srgbClr val="251E20"/>
                </a:solidFill>
                <a:latin typeface="Roboto Bold"/>
                <a:ea typeface="Roboto Bold"/>
                <a:cs typeface="Roboto Bold"/>
                <a:sym typeface="Roboto Bold"/>
              </a:rPr>
              <a:t>MODELO RCJS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C4444A-E9D3-6E4C-DBE4-EAE44E32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612FD54-B4B7-77A0-66B6-CC2C5001B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995" y="4673600"/>
            <a:ext cx="12476605" cy="54991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EAB07D6-E1CE-35F3-E4C8-6B30A4DB64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866900"/>
            <a:ext cx="3962400" cy="222665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5CF225E-7B80-8245-5742-E62B151AE7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792" y="1711980"/>
            <a:ext cx="7529208" cy="2086014"/>
          </a:xfrm>
          <a:prstGeom prst="rect">
            <a:avLst/>
          </a:prstGeom>
        </p:spPr>
      </p:pic>
      <p:sp>
        <p:nvSpPr>
          <p:cNvPr id="16" name="TextBox 7">
            <a:extLst>
              <a:ext uri="{FF2B5EF4-FFF2-40B4-BE49-F238E27FC236}">
                <a16:creationId xmlns:a16="http://schemas.microsoft.com/office/drawing/2014/main" id="{E1E62481-0F7A-E216-DC2D-15E453D521E8}"/>
              </a:ext>
            </a:extLst>
          </p:cNvPr>
          <p:cNvSpPr txBox="1"/>
          <p:nvPr/>
        </p:nvSpPr>
        <p:spPr>
          <a:xfrm>
            <a:off x="319393" y="5143501"/>
            <a:ext cx="4786007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359" dirty="0">
                <a:solidFill>
                  <a:srgbClr val="251E20"/>
                </a:solidFill>
                <a:latin typeface="Roboto"/>
                <a:ea typeface="Roboto"/>
                <a:cs typeface="Roboto"/>
                <a:sym typeface="Roboto"/>
              </a:rPr>
              <a:t>SOBREAMORTIGUADO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4FFBEC4-203D-6C32-C6CB-C2EB4B2BA1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5600701"/>
            <a:ext cx="2260600" cy="132810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C8B8611-1410-4C16-131F-08F169EB4F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6051" y="7200900"/>
            <a:ext cx="5875903" cy="222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79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E4A28C-AFF6-F04B-9F90-38066C85177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9163263-df54-4a17-a66f-028f9f307ab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31162</TotalTime>
  <Words>457</Words>
  <Application>Microsoft Macintosh PowerPoint</Application>
  <PresentationFormat>Personalizado</PresentationFormat>
  <Paragraphs>110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Arial</vt:lpstr>
      <vt:lpstr>Aptos</vt:lpstr>
      <vt:lpstr>Roboto</vt:lpstr>
      <vt:lpstr>LM Roman 10</vt:lpstr>
      <vt:lpstr>Aptos Display</vt:lpstr>
      <vt:lpstr>Roboto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Blanco y Negro Introducción al Diseño Minimalista Presentación</dc:title>
  <cp:lastModifiedBy>Maxi Gatto</cp:lastModifiedBy>
  <cp:revision>5</cp:revision>
  <dcterms:created xsi:type="dcterms:W3CDTF">2006-08-16T00:00:00Z</dcterms:created>
  <dcterms:modified xsi:type="dcterms:W3CDTF">2026-07-15T13:35:51Z</dcterms:modified>
  <dc:identifier>DAFPewnTgXE</dc:identifier>
</cp:coreProperties>
</file>